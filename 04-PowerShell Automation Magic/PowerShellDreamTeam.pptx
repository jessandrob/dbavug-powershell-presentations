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134805804" r:id="rId3"/>
    <p:sldId id="2134805783" r:id="rId4"/>
    <p:sldId id="2134805784" r:id="rId5"/>
    <p:sldId id="2134805806" r:id="rId6"/>
    <p:sldId id="2134805807" r:id="rId7"/>
    <p:sldId id="2134805808" r:id="rId8"/>
    <p:sldId id="2134805809" r:id="rId9"/>
    <p:sldId id="2134805798" r:id="rId10"/>
    <p:sldId id="21348058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48A6382-2BDC-4838-9580-D21C4882A5C3}">
          <p14:sldIdLst/>
        </p14:section>
        <p14:section name="Intro" id="{72C0F105-0609-4575-9ECF-6D566067E896}">
          <p14:sldIdLst>
            <p14:sldId id="256"/>
            <p14:sldId id="2134805804"/>
            <p14:sldId id="2134805783"/>
            <p14:sldId id="2134805784"/>
            <p14:sldId id="2134805806"/>
            <p14:sldId id="2134805807"/>
          </p14:sldIdLst>
        </p14:section>
        <p14:section name="PowerShell" id="{6C3C2368-3C54-4207-92BB-601B7E8A1C28}">
          <p14:sldIdLst>
            <p14:sldId id="2134805808"/>
            <p14:sldId id="2134805809"/>
          </p14:sldIdLst>
        </p14:section>
        <p14:section name="resources" id="{F5C86FC3-293E-4AEE-AF08-B69FCE492283}">
          <p14:sldIdLst>
            <p14:sldId id="2134805798"/>
            <p14:sldId id="213480581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9974D-246A-466C-92E3-DDEB8BEDF860}" v="397" dt="2026-01-28T12:42:49.643"/>
    <p1510:client id="{D3DF58B7-C476-AA1A-4363-4A864C2E8846}" v="8" dt="2026-01-28T20:55:43.751"/>
    <p1510:client id="{FAE031CB-242C-71BB-745C-C38A63BC7519}" v="35" dt="2026-01-28T02:28:56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3DF58B7-C476-AA1A-4363-4A864C2E8846}"/>
    <pc:docChg chg="modSld">
      <pc:chgData name="Guest User" userId="" providerId="Windows Live" clId="Web-{D3DF58B7-C476-AA1A-4363-4A864C2E8846}" dt="2026-01-28T20:55:43.751" v="8" actId="20577"/>
      <pc:docMkLst>
        <pc:docMk/>
      </pc:docMkLst>
      <pc:sldChg chg="modSp">
        <pc:chgData name="Guest User" userId="" providerId="Windows Live" clId="Web-{D3DF58B7-C476-AA1A-4363-4A864C2E8846}" dt="2026-01-28T20:55:43.751" v="8" actId="20577"/>
        <pc:sldMkLst>
          <pc:docMk/>
          <pc:sldMk cId="264743861" sldId="2134805798"/>
        </pc:sldMkLst>
        <pc:spChg chg="mod">
          <ac:chgData name="Guest User" userId="" providerId="Windows Live" clId="Web-{D3DF58B7-C476-AA1A-4363-4A864C2E8846}" dt="2026-01-28T20:55:43.751" v="8" actId="20577"/>
          <ac:spMkLst>
            <pc:docMk/>
            <pc:sldMk cId="264743861" sldId="2134805798"/>
            <ac:spMk id="25" creationId="{FB97C445-6F85-F252-7720-1C3D2240AB19}"/>
          </ac:spMkLst>
        </pc:spChg>
      </pc:sldChg>
    </pc:docChg>
  </pc:docChgLst>
  <pc:docChgLst>
    <pc:chgData name="Guest User" providerId="Windows Live" clId="Web-{FAE031CB-242C-71BB-745C-C38A63BC7519}"/>
    <pc:docChg chg="modSld">
      <pc:chgData name="Guest User" userId="" providerId="Windows Live" clId="Web-{FAE031CB-242C-71BB-745C-C38A63BC7519}" dt="2026-01-28T02:28:55.150" v="16" actId="20577"/>
      <pc:docMkLst>
        <pc:docMk/>
      </pc:docMkLst>
      <pc:sldChg chg="addSp modSp">
        <pc:chgData name="Guest User" userId="" providerId="Windows Live" clId="Web-{FAE031CB-242C-71BB-745C-C38A63BC7519}" dt="2026-01-28T02:28:55.150" v="16" actId="20577"/>
        <pc:sldMkLst>
          <pc:docMk/>
          <pc:sldMk cId="4034290355" sldId="2134805806"/>
        </pc:sldMkLst>
        <pc:spChg chg="mod">
          <ac:chgData name="Guest User" userId="" providerId="Windows Live" clId="Web-{FAE031CB-242C-71BB-745C-C38A63BC7519}" dt="2026-01-28T02:28:55.150" v="16" actId="20577"/>
          <ac:spMkLst>
            <pc:docMk/>
            <pc:sldMk cId="4034290355" sldId="2134805806"/>
            <ac:spMk id="6" creationId="{626A9736-3E29-A66E-75DD-6557704A962E}"/>
          </ac:spMkLst>
        </pc:spChg>
        <pc:picChg chg="add mod">
          <ac:chgData name="Guest User" userId="" providerId="Windows Live" clId="Web-{FAE031CB-242C-71BB-745C-C38A63BC7519}" dt="2026-01-28T02:27:10.833" v="4" actId="1076"/>
          <ac:picMkLst>
            <pc:docMk/>
            <pc:sldMk cId="4034290355" sldId="2134805806"/>
            <ac:picMk id="4" creationId="{505C9B0E-34A0-3C33-F296-825C2E755048}"/>
          </ac:picMkLst>
        </pc:picChg>
      </pc:sldChg>
    </pc:docChg>
  </pc:docChgLst>
  <pc:docChgLst>
    <pc:chgData name="Jess Pomfret" userId="20acbb136427dec8" providerId="LiveId" clId="{751F5B95-5DBB-4AC2-81FA-7DBD8D5ED9D0}"/>
    <pc:docChg chg="undo custSel addSld delSld modSld sldOrd modSection">
      <pc:chgData name="Jess Pomfret" userId="20acbb136427dec8" providerId="LiveId" clId="{751F5B95-5DBB-4AC2-81FA-7DBD8D5ED9D0}" dt="2026-01-28T12:42:52.054" v="685" actId="27636"/>
      <pc:docMkLst>
        <pc:docMk/>
      </pc:docMkLst>
      <pc:sldChg chg="addSp delSp modSp mod modAnim modNotesTx">
        <pc:chgData name="Jess Pomfret" userId="20acbb136427dec8" providerId="LiveId" clId="{751F5B95-5DBB-4AC2-81FA-7DBD8D5ED9D0}" dt="2026-01-26T16:04:33.831" v="62" actId="20577"/>
        <pc:sldMkLst>
          <pc:docMk/>
          <pc:sldMk cId="2380827250" sldId="256"/>
        </pc:sldMkLst>
        <pc:spChg chg="mod">
          <ac:chgData name="Jess Pomfret" userId="20acbb136427dec8" providerId="LiveId" clId="{751F5B95-5DBB-4AC2-81FA-7DBD8D5ED9D0}" dt="2026-01-26T16:04:21.531" v="57" actId="26606"/>
          <ac:spMkLst>
            <pc:docMk/>
            <pc:sldMk cId="2380827250" sldId="256"/>
            <ac:spMk id="2" creationId="{997D6763-55B7-FAAE-514B-FE5C6B993D95}"/>
          </ac:spMkLst>
        </pc:spChg>
        <pc:spChg chg="mod">
          <ac:chgData name="Jess Pomfret" userId="20acbb136427dec8" providerId="LiveId" clId="{751F5B95-5DBB-4AC2-81FA-7DBD8D5ED9D0}" dt="2026-01-26T16:04:21.531" v="57" actId="26606"/>
          <ac:spMkLst>
            <pc:docMk/>
            <pc:sldMk cId="2380827250" sldId="256"/>
            <ac:spMk id="3" creationId="{C6914D7F-769C-FD18-E334-409839E5D7F9}"/>
          </ac:spMkLst>
        </pc:spChg>
        <pc:spChg chg="add">
          <ac:chgData name="Jess Pomfret" userId="20acbb136427dec8" providerId="LiveId" clId="{751F5B95-5DBB-4AC2-81FA-7DBD8D5ED9D0}" dt="2026-01-26T16:04:21.531" v="57" actId="26606"/>
          <ac:spMkLst>
            <pc:docMk/>
            <pc:sldMk cId="2380827250" sldId="256"/>
            <ac:spMk id="1043" creationId="{0C66134D-919A-854B-1E90-30A7FCF9C645}"/>
          </ac:spMkLst>
        </pc:spChg>
        <pc:picChg chg="add mod ord">
          <ac:chgData name="Jess Pomfret" userId="20acbb136427dec8" providerId="LiveId" clId="{751F5B95-5DBB-4AC2-81FA-7DBD8D5ED9D0}" dt="2026-01-26T16:04:21.531" v="57" actId="26606"/>
          <ac:picMkLst>
            <pc:docMk/>
            <pc:sldMk cId="2380827250" sldId="256"/>
            <ac:picMk id="4" creationId="{81E06618-2C12-B3A8-6A9F-35EC3337D54E}"/>
          </ac:picMkLst>
        </pc:picChg>
        <pc:picChg chg="mod ord">
          <ac:chgData name="Jess Pomfret" userId="20acbb136427dec8" providerId="LiveId" clId="{751F5B95-5DBB-4AC2-81FA-7DBD8D5ED9D0}" dt="2026-01-26T16:04:21.531" v="57" actId="26606"/>
          <ac:picMkLst>
            <pc:docMk/>
            <pc:sldMk cId="2380827250" sldId="256"/>
            <ac:picMk id="5" creationId="{F55637D4-BE56-95EC-7932-AAABF4F8C74C}"/>
          </ac:picMkLst>
        </pc:picChg>
        <pc:picChg chg="mod ord">
          <ac:chgData name="Jess Pomfret" userId="20acbb136427dec8" providerId="LiveId" clId="{751F5B95-5DBB-4AC2-81FA-7DBD8D5ED9D0}" dt="2026-01-26T16:04:21.531" v="57" actId="26606"/>
          <ac:picMkLst>
            <pc:docMk/>
            <pc:sldMk cId="2380827250" sldId="256"/>
            <ac:picMk id="1026" creationId="{2744A009-E450-499C-B58A-F1CFD117AB7A}"/>
          </ac:picMkLst>
        </pc:picChg>
        <pc:picChg chg="add mod">
          <ac:chgData name="Jess Pomfret" userId="20acbb136427dec8" providerId="LiveId" clId="{751F5B95-5DBB-4AC2-81FA-7DBD8D5ED9D0}" dt="2026-01-26T16:04:21.531" v="57" actId="26606"/>
          <ac:picMkLst>
            <pc:docMk/>
            <pc:sldMk cId="2380827250" sldId="256"/>
            <ac:picMk id="1030" creationId="{1B8CCDBE-1AC8-556C-D972-6EBA0078D111}"/>
          </ac:picMkLst>
        </pc:picChg>
      </pc:sldChg>
      <pc:sldChg chg="addSp delSp modSp mod">
        <pc:chgData name="Jess Pomfret" userId="20acbb136427dec8" providerId="LiveId" clId="{751F5B95-5DBB-4AC2-81FA-7DBD8D5ED9D0}" dt="2026-01-28T12:42:52.054" v="685" actId="27636"/>
        <pc:sldMkLst>
          <pc:docMk/>
          <pc:sldMk cId="264743861" sldId="2134805798"/>
        </pc:sldMkLst>
        <pc:spChg chg="mod">
          <ac:chgData name="Jess Pomfret" userId="20acbb136427dec8" providerId="LiveId" clId="{751F5B95-5DBB-4AC2-81FA-7DBD8D5ED9D0}" dt="2026-01-26T16:26:18.155" v="367" actId="6549"/>
          <ac:spMkLst>
            <pc:docMk/>
            <pc:sldMk cId="264743861" sldId="2134805798"/>
            <ac:spMk id="2" creationId="{A8013872-8190-1390-319F-A220163A1006}"/>
          </ac:spMkLst>
        </pc:spChg>
        <pc:spChg chg="mod">
          <ac:chgData name="Jess Pomfret" userId="20acbb136427dec8" providerId="LiveId" clId="{751F5B95-5DBB-4AC2-81FA-7DBD8D5ED9D0}" dt="2026-01-28T12:42:52.054" v="685" actId="27636"/>
          <ac:spMkLst>
            <pc:docMk/>
            <pc:sldMk cId="264743861" sldId="2134805798"/>
            <ac:spMk id="25" creationId="{FB97C445-6F85-F252-7720-1C3D2240AB19}"/>
          </ac:spMkLst>
        </pc:spChg>
        <pc:picChg chg="add mod">
          <ac:chgData name="Jess Pomfret" userId="20acbb136427dec8" providerId="LiveId" clId="{751F5B95-5DBB-4AC2-81FA-7DBD8D5ED9D0}" dt="2026-01-28T12:42:34.123" v="676" actId="14100"/>
          <ac:picMkLst>
            <pc:docMk/>
            <pc:sldMk cId="264743861" sldId="2134805798"/>
            <ac:picMk id="3" creationId="{8D646FF5-8617-4C72-D6D0-8B314656A558}"/>
          </ac:picMkLst>
        </pc:picChg>
        <pc:picChg chg="del mod">
          <ac:chgData name="Jess Pomfret" userId="20acbb136427dec8" providerId="LiveId" clId="{751F5B95-5DBB-4AC2-81FA-7DBD8D5ED9D0}" dt="2026-01-28T12:42:28.318" v="673" actId="478"/>
          <ac:picMkLst>
            <pc:docMk/>
            <pc:sldMk cId="264743861" sldId="2134805798"/>
            <ac:picMk id="26" creationId="{96376C46-2CA4-2239-F3C4-542CE057DCAA}"/>
          </ac:picMkLst>
        </pc:picChg>
      </pc:sldChg>
      <pc:sldChg chg="addSp delSp modSp mod modAnim">
        <pc:chgData name="Jess Pomfret" userId="20acbb136427dec8" providerId="LiveId" clId="{751F5B95-5DBB-4AC2-81FA-7DBD8D5ED9D0}" dt="2026-01-26T16:03:26.371" v="45"/>
        <pc:sldMkLst>
          <pc:docMk/>
          <pc:sldMk cId="2595859796" sldId="2134805804"/>
        </pc:sldMkLst>
        <pc:spChg chg="mod">
          <ac:chgData name="Jess Pomfret" userId="20acbb136427dec8" providerId="LiveId" clId="{751F5B95-5DBB-4AC2-81FA-7DBD8D5ED9D0}" dt="2026-01-26T16:03:06.316" v="42" actId="20577"/>
          <ac:spMkLst>
            <pc:docMk/>
            <pc:sldMk cId="2595859796" sldId="2134805804"/>
            <ac:spMk id="3" creationId="{DFA477A8-A617-EE9B-424D-5729EF7375EA}"/>
          </ac:spMkLst>
        </pc:spChg>
        <pc:picChg chg="add mod">
          <ac:chgData name="Jess Pomfret" userId="20acbb136427dec8" providerId="LiveId" clId="{751F5B95-5DBB-4AC2-81FA-7DBD8D5ED9D0}" dt="2026-01-26T16:03:12.105" v="43" actId="14100"/>
          <ac:picMkLst>
            <pc:docMk/>
            <pc:sldMk cId="2595859796" sldId="2134805804"/>
            <ac:picMk id="6" creationId="{7DBCC997-55FB-AB11-B3D7-8850D101F3A2}"/>
          </ac:picMkLst>
        </pc:picChg>
      </pc:sldChg>
      <pc:sldChg chg="addSp delSp modSp add mod">
        <pc:chgData name="Jess Pomfret" userId="20acbb136427dec8" providerId="LiveId" clId="{751F5B95-5DBB-4AC2-81FA-7DBD8D5ED9D0}" dt="2026-01-26T16:29:49.182" v="459" actId="207"/>
        <pc:sldMkLst>
          <pc:docMk/>
          <pc:sldMk cId="4034290355" sldId="2134805806"/>
        </pc:sldMkLst>
        <pc:spChg chg="mod">
          <ac:chgData name="Jess Pomfret" userId="20acbb136427dec8" providerId="LiveId" clId="{751F5B95-5DBB-4AC2-81FA-7DBD8D5ED9D0}" dt="2026-01-26T16:04:47.797" v="78" actId="20577"/>
          <ac:spMkLst>
            <pc:docMk/>
            <pc:sldMk cId="4034290355" sldId="2134805806"/>
            <ac:spMk id="2" creationId="{79076E47-FFFA-7464-9481-0C7B8A218F30}"/>
          </ac:spMkLst>
        </pc:spChg>
        <pc:spChg chg="add mod">
          <ac:chgData name="Jess Pomfret" userId="20acbb136427dec8" providerId="LiveId" clId="{751F5B95-5DBB-4AC2-81FA-7DBD8D5ED9D0}" dt="2026-01-26T16:29:33.578" v="430" actId="20577"/>
          <ac:spMkLst>
            <pc:docMk/>
            <pc:sldMk cId="4034290355" sldId="2134805806"/>
            <ac:spMk id="5" creationId="{6CF9EA85-FE12-27C2-AF59-3CAE3C13BFCD}"/>
          </ac:spMkLst>
        </pc:spChg>
        <pc:spChg chg="add mod">
          <ac:chgData name="Jess Pomfret" userId="20acbb136427dec8" providerId="LiveId" clId="{751F5B95-5DBB-4AC2-81FA-7DBD8D5ED9D0}" dt="2026-01-26T16:29:17.881" v="372"/>
          <ac:spMkLst>
            <pc:docMk/>
            <pc:sldMk cId="4034290355" sldId="2134805806"/>
            <ac:spMk id="6" creationId="{626A9736-3E29-A66E-75DD-6557704A962E}"/>
          </ac:spMkLst>
        </pc:spChg>
        <pc:spChg chg="mod">
          <ac:chgData name="Jess Pomfret" userId="20acbb136427dec8" providerId="LiveId" clId="{751F5B95-5DBB-4AC2-81FA-7DBD8D5ED9D0}" dt="2026-01-26T16:06:32.683" v="103" actId="20577"/>
          <ac:spMkLst>
            <pc:docMk/>
            <pc:sldMk cId="4034290355" sldId="2134805806"/>
            <ac:spMk id="7" creationId="{10C114DF-D8E7-D625-83BE-3B05ADFECCAE}"/>
          </ac:spMkLst>
        </pc:spChg>
        <pc:spChg chg="mod">
          <ac:chgData name="Jess Pomfret" userId="20acbb136427dec8" providerId="LiveId" clId="{751F5B95-5DBB-4AC2-81FA-7DBD8D5ED9D0}" dt="2026-01-26T16:29:39.359" v="431"/>
          <ac:spMkLst>
            <pc:docMk/>
            <pc:sldMk cId="4034290355" sldId="2134805806"/>
            <ac:spMk id="42" creationId="{AEDFA12E-B121-9B4C-5331-60CB9FFCC857}"/>
          </ac:spMkLst>
        </pc:spChg>
        <pc:spChg chg="mod">
          <ac:chgData name="Jess Pomfret" userId="20acbb136427dec8" providerId="LiveId" clId="{751F5B95-5DBB-4AC2-81FA-7DBD8D5ED9D0}" dt="2026-01-26T16:29:49.182" v="459" actId="207"/>
          <ac:spMkLst>
            <pc:docMk/>
            <pc:sldMk cId="4034290355" sldId="2134805806"/>
            <ac:spMk id="49" creationId="{66FFD2A1-C0F2-AD43-E850-3E09ACAAEB4A}"/>
          </ac:spMkLst>
        </pc:spChg>
        <pc:spChg chg="mod">
          <ac:chgData name="Jess Pomfret" userId="20acbb136427dec8" providerId="LiveId" clId="{751F5B95-5DBB-4AC2-81FA-7DBD8D5ED9D0}" dt="2026-01-26T16:07:40.739" v="121"/>
          <ac:spMkLst>
            <pc:docMk/>
            <pc:sldMk cId="4034290355" sldId="2134805806"/>
            <ac:spMk id="52" creationId="{6523DAB2-DBF0-A33E-8DBB-6FA175B141CB}"/>
          </ac:spMkLst>
        </pc:spChg>
        <pc:picChg chg="mod">
          <ac:chgData name="Jess Pomfret" userId="20acbb136427dec8" providerId="LiveId" clId="{751F5B95-5DBB-4AC2-81FA-7DBD8D5ED9D0}" dt="2026-01-26T16:05:20.280" v="81" actId="14826"/>
          <ac:picMkLst>
            <pc:docMk/>
            <pc:sldMk cId="4034290355" sldId="2134805806"/>
            <ac:picMk id="55" creationId="{B8F316A9-102D-4E9E-FFB1-5B02EC7BC102}"/>
          </ac:picMkLst>
        </pc:picChg>
      </pc:sldChg>
      <pc:sldChg chg="delSp modSp add mod">
        <pc:chgData name="Jess Pomfret" userId="20acbb136427dec8" providerId="LiveId" clId="{751F5B95-5DBB-4AC2-81FA-7DBD8D5ED9D0}" dt="2026-01-26T16:12:54.294" v="179"/>
        <pc:sldMkLst>
          <pc:docMk/>
          <pc:sldMk cId="3618828115" sldId="2134805807"/>
        </pc:sldMkLst>
        <pc:spChg chg="mod">
          <ac:chgData name="Jess Pomfret" userId="20acbb136427dec8" providerId="LiveId" clId="{751F5B95-5DBB-4AC2-81FA-7DBD8D5ED9D0}" dt="2026-01-26T16:05:28.738" v="92" actId="20577"/>
          <ac:spMkLst>
            <pc:docMk/>
            <pc:sldMk cId="3618828115" sldId="2134805807"/>
            <ac:spMk id="2" creationId="{64BF88BE-EA24-B02D-35C7-388392BA9F85}"/>
          </ac:spMkLst>
        </pc:spChg>
        <pc:spChg chg="mod">
          <ac:chgData name="Jess Pomfret" userId="20acbb136427dec8" providerId="LiveId" clId="{751F5B95-5DBB-4AC2-81FA-7DBD8D5ED9D0}" dt="2026-01-26T16:11:12.055" v="162" actId="20577"/>
          <ac:spMkLst>
            <pc:docMk/>
            <pc:sldMk cId="3618828115" sldId="2134805807"/>
            <ac:spMk id="35" creationId="{C1FDF410-A5A0-9F34-4D78-F990A55E026E}"/>
          </ac:spMkLst>
        </pc:spChg>
        <pc:spChg chg="mod">
          <ac:chgData name="Jess Pomfret" userId="20acbb136427dec8" providerId="LiveId" clId="{751F5B95-5DBB-4AC2-81FA-7DBD8D5ED9D0}" dt="2026-01-26T16:12:54.294" v="179"/>
          <ac:spMkLst>
            <pc:docMk/>
            <pc:sldMk cId="3618828115" sldId="2134805807"/>
            <ac:spMk id="42" creationId="{9F467F22-76AC-99A3-FE6E-DE8498D387F2}"/>
          </ac:spMkLst>
        </pc:spChg>
        <pc:spChg chg="mod">
          <ac:chgData name="Jess Pomfret" userId="20acbb136427dec8" providerId="LiveId" clId="{751F5B95-5DBB-4AC2-81FA-7DBD8D5ED9D0}" dt="2026-01-26T16:11:25.565" v="176" actId="20577"/>
          <ac:spMkLst>
            <pc:docMk/>
            <pc:sldMk cId="3618828115" sldId="2134805807"/>
            <ac:spMk id="49" creationId="{74B1A668-BE0A-900A-A9EC-675B8460AF42}"/>
          </ac:spMkLst>
        </pc:spChg>
        <pc:spChg chg="mod">
          <ac:chgData name="Jess Pomfret" userId="20acbb136427dec8" providerId="LiveId" clId="{751F5B95-5DBB-4AC2-81FA-7DBD8D5ED9D0}" dt="2026-01-26T16:12:10.720" v="178" actId="14100"/>
          <ac:spMkLst>
            <pc:docMk/>
            <pc:sldMk cId="3618828115" sldId="2134805807"/>
            <ac:spMk id="52" creationId="{90579F2E-A486-3456-A1F5-641163FBE00D}"/>
          </ac:spMkLst>
        </pc:spChg>
        <pc:grpChg chg="mod">
          <ac:chgData name="Jess Pomfret" userId="20acbb136427dec8" providerId="LiveId" clId="{751F5B95-5DBB-4AC2-81FA-7DBD8D5ED9D0}" dt="2026-01-26T16:12:10.720" v="178" actId="14100"/>
          <ac:grpSpMkLst>
            <pc:docMk/>
            <pc:sldMk cId="3618828115" sldId="2134805807"/>
            <ac:grpSpMk id="50" creationId="{4F2A1F1D-C4E0-1C9D-469D-F994D1206C99}"/>
          </ac:grpSpMkLst>
        </pc:grpChg>
        <pc:picChg chg="mod">
          <ac:chgData name="Jess Pomfret" userId="20acbb136427dec8" providerId="LiveId" clId="{751F5B95-5DBB-4AC2-81FA-7DBD8D5ED9D0}" dt="2026-01-26T16:12:10.720" v="178" actId="14100"/>
          <ac:picMkLst>
            <pc:docMk/>
            <pc:sldMk cId="3618828115" sldId="2134805807"/>
            <ac:picMk id="51" creationId="{ADC18CE7-D5B1-B548-338D-0E3CD2F3217D}"/>
          </ac:picMkLst>
        </pc:picChg>
        <pc:picChg chg="mod modCrop">
          <ac:chgData name="Jess Pomfret" userId="20acbb136427dec8" providerId="LiveId" clId="{751F5B95-5DBB-4AC2-81FA-7DBD8D5ED9D0}" dt="2026-01-26T16:06:16.168" v="95" actId="18131"/>
          <ac:picMkLst>
            <pc:docMk/>
            <pc:sldMk cId="3618828115" sldId="2134805807"/>
            <ac:picMk id="55" creationId="{0FDBC378-8E6A-3F3E-A6BB-082BB069638D}"/>
          </ac:picMkLst>
        </pc:picChg>
      </pc:sldChg>
      <pc:sldChg chg="addSp delSp modSp new mod setBg modClrScheme modAnim chgLayout">
        <pc:chgData name="Jess Pomfret" userId="20acbb136427dec8" providerId="LiveId" clId="{751F5B95-5DBB-4AC2-81FA-7DBD8D5ED9D0}" dt="2026-01-26T17:03:12.356" v="500" actId="20577"/>
        <pc:sldMkLst>
          <pc:docMk/>
          <pc:sldMk cId="2754509235" sldId="2134805808"/>
        </pc:sldMkLst>
        <pc:spChg chg="add mod ord">
          <ac:chgData name="Jess Pomfret" userId="20acbb136427dec8" providerId="LiveId" clId="{751F5B95-5DBB-4AC2-81FA-7DBD8D5ED9D0}" dt="2026-01-26T16:19:57.728" v="346" actId="26606"/>
          <ac:spMkLst>
            <pc:docMk/>
            <pc:sldMk cId="2754509235" sldId="2134805808"/>
            <ac:spMk id="2" creationId="{076DF7BD-0E7A-D446-D3DF-86E3F4EA6FD8}"/>
          </ac:spMkLst>
        </pc:spChg>
        <pc:spChg chg="add">
          <ac:chgData name="Jess Pomfret" userId="20acbb136427dec8" providerId="LiveId" clId="{751F5B95-5DBB-4AC2-81FA-7DBD8D5ED9D0}" dt="2026-01-26T16:19:57.728" v="346" actId="26606"/>
          <ac:spMkLst>
            <pc:docMk/>
            <pc:sldMk cId="2754509235" sldId="2134805808"/>
            <ac:spMk id="9" creationId="{600DC1B0-7E1A-BD02-3F93-19E6B1B75075}"/>
          </ac:spMkLst>
        </pc:spChg>
        <pc:graphicFrameChg chg="add mod modGraphic">
          <ac:chgData name="Jess Pomfret" userId="20acbb136427dec8" providerId="LiveId" clId="{751F5B95-5DBB-4AC2-81FA-7DBD8D5ED9D0}" dt="2026-01-26T17:03:12.356" v="500" actId="20577"/>
          <ac:graphicFrameMkLst>
            <pc:docMk/>
            <pc:sldMk cId="2754509235" sldId="2134805808"/>
            <ac:graphicFrameMk id="5" creationId="{E21B8602-B5C4-5FB4-8681-5CB764C1C944}"/>
          </ac:graphicFrameMkLst>
        </pc:graphicFrameChg>
      </pc:sldChg>
      <pc:sldChg chg="addSp delSp modSp new mod">
        <pc:chgData name="Jess Pomfret" userId="20acbb136427dec8" providerId="LiveId" clId="{751F5B95-5DBB-4AC2-81FA-7DBD8D5ED9D0}" dt="2026-01-26T16:25:44.605" v="366"/>
        <pc:sldMkLst>
          <pc:docMk/>
          <pc:sldMk cId="3810969357" sldId="2134805809"/>
        </pc:sldMkLst>
        <pc:picChg chg="add mod">
          <ac:chgData name="Jess Pomfret" userId="20acbb136427dec8" providerId="LiveId" clId="{751F5B95-5DBB-4AC2-81FA-7DBD8D5ED9D0}" dt="2026-01-26T16:25:44.605" v="366"/>
          <ac:picMkLst>
            <pc:docMk/>
            <pc:sldMk cId="3810969357" sldId="2134805809"/>
            <ac:picMk id="8" creationId="{15E80E96-8972-30E2-E5AF-C1DB26DA7C4D}"/>
          </ac:picMkLst>
        </pc:picChg>
      </pc:sldChg>
      <pc:sldChg chg="add ord">
        <pc:chgData name="Jess Pomfret" userId="20acbb136427dec8" providerId="LiveId" clId="{751F5B95-5DBB-4AC2-81FA-7DBD8D5ED9D0}" dt="2026-01-26T16:26:26.676" v="370"/>
        <pc:sldMkLst>
          <pc:docMk/>
          <pc:sldMk cId="1112979295" sldId="2134805810"/>
        </pc:sldMkLst>
      </pc:sldChg>
    </pc:docChg>
  </pc:docChgLst>
  <pc:docChgLst>
    <pc:chgData name="Guest User" providerId="Windows Live" clId="Web-{27F8F4FF-F7E3-420C-A5AE-2AB1B6587EAF}"/>
    <pc:docChg chg="modSld">
      <pc:chgData name="Guest User" userId="" providerId="Windows Live" clId="Web-{27F8F4FF-F7E3-420C-A5AE-2AB1B6587EAF}" dt="2026-01-26T16:51:43.904" v="26" actId="20577"/>
      <pc:docMkLst>
        <pc:docMk/>
      </pc:docMkLst>
      <pc:sldChg chg="addSp modSp">
        <pc:chgData name="Guest User" userId="" providerId="Windows Live" clId="Web-{27F8F4FF-F7E3-420C-A5AE-2AB1B6587EAF}" dt="2026-01-26T16:51:43.904" v="26" actId="20577"/>
        <pc:sldMkLst>
          <pc:docMk/>
          <pc:sldMk cId="4034290355" sldId="2134805806"/>
        </pc:sldMkLst>
        <pc:spChg chg="mod">
          <ac:chgData name="Guest User" userId="" providerId="Windows Live" clId="Web-{27F8F4FF-F7E3-420C-A5AE-2AB1B6587EAF}" dt="2026-01-26T16:51:43.904" v="26" actId="20577"/>
          <ac:spMkLst>
            <pc:docMk/>
            <pc:sldMk cId="4034290355" sldId="2134805806"/>
            <ac:spMk id="5" creationId="{6CF9EA85-FE12-27C2-AF59-3CAE3C13BFCD}"/>
          </ac:spMkLst>
        </pc:spChg>
        <pc:spChg chg="mod">
          <ac:chgData name="Guest User" userId="" providerId="Windows Live" clId="Web-{27F8F4FF-F7E3-420C-A5AE-2AB1B6587EAF}" dt="2026-01-26T16:51:32.217" v="17" actId="20577"/>
          <ac:spMkLst>
            <pc:docMk/>
            <pc:sldMk cId="4034290355" sldId="2134805806"/>
            <ac:spMk id="49" creationId="{66FFD2A1-C0F2-AD43-E850-3E09ACAAEB4A}"/>
          </ac:spMkLst>
        </pc:spChg>
        <pc:picChg chg="add mod">
          <ac:chgData name="Guest User" userId="" providerId="Windows Live" clId="Web-{27F8F4FF-F7E3-420C-A5AE-2AB1B6587EAF}" dt="2026-01-26T16:48:19.030" v="1" actId="1076"/>
          <ac:picMkLst>
            <pc:docMk/>
            <pc:sldMk cId="4034290355" sldId="2134805806"/>
            <ac:picMk id="3" creationId="{13F105A0-D49C-856F-AF3C-DE25993AAC0C}"/>
          </ac:picMkLst>
        </pc:picChg>
      </pc:sldChg>
    </pc:docChg>
  </pc:docChgLst>
  <pc:docChgLst>
    <pc:chgData name="Guest User" providerId="Windows Live" clId="Web-{9870BDD8-3B18-A121-3983-791D8663B9C0}"/>
    <pc:docChg chg="modSld">
      <pc:chgData name="Guest User" userId="" providerId="Windows Live" clId="Web-{9870BDD8-3B18-A121-3983-791D8663B9C0}" dt="2026-01-26T16:30:37.794" v="85" actId="20577"/>
      <pc:docMkLst>
        <pc:docMk/>
      </pc:docMkLst>
      <pc:sldChg chg="modSp">
        <pc:chgData name="Guest User" userId="" providerId="Windows Live" clId="Web-{9870BDD8-3B18-A121-3983-791D8663B9C0}" dt="2026-01-26T15:14:50.448" v="21" actId="20577"/>
        <pc:sldMkLst>
          <pc:docMk/>
          <pc:sldMk cId="2380827250" sldId="256"/>
        </pc:sldMkLst>
        <pc:spChg chg="mod">
          <ac:chgData name="Guest User" userId="" providerId="Windows Live" clId="Web-{9870BDD8-3B18-A121-3983-791D8663B9C0}" dt="2026-01-26T15:14:50.448" v="21" actId="20577"/>
          <ac:spMkLst>
            <pc:docMk/>
            <pc:sldMk cId="2380827250" sldId="256"/>
            <ac:spMk id="2" creationId="{997D6763-55B7-FAAE-514B-FE5C6B993D95}"/>
          </ac:spMkLst>
        </pc:spChg>
      </pc:sldChg>
      <pc:sldChg chg="modSp">
        <pc:chgData name="Guest User" userId="" providerId="Windows Live" clId="Web-{9870BDD8-3B18-A121-3983-791D8663B9C0}" dt="2026-01-26T15:14:41.635" v="20" actId="20577"/>
        <pc:sldMkLst>
          <pc:docMk/>
          <pc:sldMk cId="242876520" sldId="2134805783"/>
        </pc:sldMkLst>
        <pc:spChg chg="mod">
          <ac:chgData name="Guest User" userId="" providerId="Windows Live" clId="Web-{9870BDD8-3B18-A121-3983-791D8663B9C0}" dt="2026-01-26T15:14:41.635" v="20" actId="20577"/>
          <ac:spMkLst>
            <pc:docMk/>
            <pc:sldMk cId="242876520" sldId="2134805783"/>
            <ac:spMk id="10" creationId="{C8B7080A-2D9E-A069-19D1-0EB2496AE857}"/>
          </ac:spMkLst>
        </pc:spChg>
      </pc:sldChg>
      <pc:sldChg chg="modSp">
        <pc:chgData name="Guest User" userId="" providerId="Windows Live" clId="Web-{9870BDD8-3B18-A121-3983-791D8663B9C0}" dt="2026-01-26T16:30:37.794" v="85" actId="20577"/>
        <pc:sldMkLst>
          <pc:docMk/>
          <pc:sldMk cId="264743861" sldId="2134805798"/>
        </pc:sldMkLst>
        <pc:spChg chg="mod">
          <ac:chgData name="Guest User" userId="" providerId="Windows Live" clId="Web-{9870BDD8-3B18-A121-3983-791D8663B9C0}" dt="2026-01-26T16:30:37.794" v="85" actId="20577"/>
          <ac:spMkLst>
            <pc:docMk/>
            <pc:sldMk cId="264743861" sldId="2134805798"/>
            <ac:spMk id="25" creationId="{FB97C445-6F85-F252-7720-1C3D2240AB19}"/>
          </ac:spMkLst>
        </pc:spChg>
      </pc:sldChg>
      <pc:sldChg chg="modSp">
        <pc:chgData name="Guest User" userId="" providerId="Windows Live" clId="Web-{9870BDD8-3B18-A121-3983-791D8663B9C0}" dt="2026-01-26T15:13:55.853" v="18" actId="20577"/>
        <pc:sldMkLst>
          <pc:docMk/>
          <pc:sldMk cId="2595859796" sldId="2134805804"/>
        </pc:sldMkLst>
        <pc:spChg chg="mod">
          <ac:chgData name="Guest User" userId="" providerId="Windows Live" clId="Web-{9870BDD8-3B18-A121-3983-791D8663B9C0}" dt="2026-01-26T15:13:55.853" v="18" actId="20577"/>
          <ac:spMkLst>
            <pc:docMk/>
            <pc:sldMk cId="2595859796" sldId="2134805804"/>
            <ac:spMk id="3" creationId="{DFA477A8-A617-EE9B-424D-5729EF7375EA}"/>
          </ac:spMkLst>
        </pc:spChg>
      </pc:sldChg>
      <pc:sldChg chg="modSp">
        <pc:chgData name="Guest User" userId="" providerId="Windows Live" clId="Web-{9870BDD8-3B18-A121-3983-791D8663B9C0}" dt="2026-01-26T16:13:29.300" v="26" actId="1076"/>
        <pc:sldMkLst>
          <pc:docMk/>
          <pc:sldMk cId="3618828115" sldId="2134805807"/>
        </pc:sldMkLst>
        <pc:spChg chg="mod">
          <ac:chgData name="Guest User" userId="" providerId="Windows Live" clId="Web-{9870BDD8-3B18-A121-3983-791D8663B9C0}" dt="2026-01-26T16:13:29.300" v="26" actId="1076"/>
          <ac:spMkLst>
            <pc:docMk/>
            <pc:sldMk cId="3618828115" sldId="2134805807"/>
            <ac:spMk id="52" creationId="{90579F2E-A486-3456-A1F5-641163FBE00D}"/>
          </ac:spMkLst>
        </pc:spChg>
        <pc:picChg chg="mod">
          <ac:chgData name="Guest User" userId="" providerId="Windows Live" clId="Web-{9870BDD8-3B18-A121-3983-791D8663B9C0}" dt="2026-01-26T16:13:06.488" v="22" actId="14100"/>
          <ac:picMkLst>
            <pc:docMk/>
            <pc:sldMk cId="3618828115" sldId="2134805807"/>
            <ac:picMk id="51" creationId="{ADC18CE7-D5B1-B548-338D-0E3CD2F3217D}"/>
          </ac:picMkLst>
        </pc:picChg>
      </pc:sldChg>
      <pc:sldChg chg="addSp delSp modSp">
        <pc:chgData name="Guest User" userId="" providerId="Windows Live" clId="Web-{9870BDD8-3B18-A121-3983-791D8663B9C0}" dt="2026-01-26T16:20:50.929" v="44"/>
        <pc:sldMkLst>
          <pc:docMk/>
          <pc:sldMk cId="2754509235" sldId="2134805808"/>
        </pc:sldMkLst>
        <pc:spChg chg="mod modVis">
          <ac:chgData name="Guest User" userId="" providerId="Windows Live" clId="Web-{9870BDD8-3B18-A121-3983-791D8663B9C0}" dt="2026-01-26T16:20:50.929" v="44"/>
          <ac:spMkLst>
            <pc:docMk/>
            <pc:sldMk cId="2754509235" sldId="2134805808"/>
            <ac:spMk id="2" creationId="{076DF7BD-0E7A-D446-D3DF-86E3F4EA6FD8}"/>
          </ac:spMkLst>
        </pc:spChg>
        <pc:spChg chg="mod modVis">
          <ac:chgData name="Guest User" userId="" providerId="Windows Live" clId="Web-{9870BDD8-3B18-A121-3983-791D8663B9C0}" dt="2026-01-26T16:20:49.679" v="42"/>
          <ac:spMkLst>
            <pc:docMk/>
            <pc:sldMk cId="2754509235" sldId="2134805808"/>
            <ac:spMk id="9" creationId="{600DC1B0-7E1A-BD02-3F93-19E6B1B7507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DA62B2-3DE1-4739-BCC9-5463BACFCE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3CCCBD3-E9EC-431C-ADDF-5735854EF17F}">
      <dgm:prSet/>
      <dgm:spPr/>
      <dgm:t>
        <a:bodyPr/>
        <a:lstStyle/>
        <a:p>
          <a:r>
            <a:rPr lang="en-GB"/>
            <a:t>🌐PowerShell Universal in action</a:t>
          </a:r>
          <a:endParaRPr lang="en-US"/>
        </a:p>
      </dgm:t>
    </dgm:pt>
    <dgm:pt modelId="{1B606EA8-85C3-4BF5-979E-C4E2072CC5F0}" type="parTrans" cxnId="{3AE7B30C-964F-4933-A423-86C0C5F19586}">
      <dgm:prSet/>
      <dgm:spPr/>
      <dgm:t>
        <a:bodyPr/>
        <a:lstStyle/>
        <a:p>
          <a:endParaRPr lang="en-US"/>
        </a:p>
      </dgm:t>
    </dgm:pt>
    <dgm:pt modelId="{79CEAB51-5705-46DC-AB42-E3664E117135}" type="sibTrans" cxnId="{3AE7B30C-964F-4933-A423-86C0C5F19586}">
      <dgm:prSet/>
      <dgm:spPr/>
      <dgm:t>
        <a:bodyPr/>
        <a:lstStyle/>
        <a:p>
          <a:endParaRPr lang="en-US"/>
        </a:p>
      </dgm:t>
    </dgm:pt>
    <dgm:pt modelId="{E2F21F45-3F20-4193-A31F-005ECC13FFE5}">
      <dgm:prSet/>
      <dgm:spPr/>
      <dgm:t>
        <a:bodyPr/>
        <a:lstStyle/>
        <a:p>
          <a:r>
            <a:rPr lang="en-GB"/>
            <a:t>Automated SQL Server configuration source control 📋</a:t>
          </a:r>
          <a:endParaRPr lang="en-US"/>
        </a:p>
      </dgm:t>
    </dgm:pt>
    <dgm:pt modelId="{252B0B01-F84E-4B31-A532-5B81F818468B}" type="parTrans" cxnId="{DB3445D4-9199-4EC6-A5EF-8B3DE37A0E9E}">
      <dgm:prSet/>
      <dgm:spPr/>
      <dgm:t>
        <a:bodyPr/>
        <a:lstStyle/>
        <a:p>
          <a:endParaRPr lang="en-US"/>
        </a:p>
      </dgm:t>
    </dgm:pt>
    <dgm:pt modelId="{E63627FF-9CDE-493E-BA79-A2D3C270F5E1}" type="sibTrans" cxnId="{DB3445D4-9199-4EC6-A5EF-8B3DE37A0E9E}">
      <dgm:prSet/>
      <dgm:spPr/>
      <dgm:t>
        <a:bodyPr/>
        <a:lstStyle/>
        <a:p>
          <a:endParaRPr lang="en-US"/>
        </a:p>
      </dgm:t>
    </dgm:pt>
    <dgm:pt modelId="{928A2AD1-BF73-4015-8A67-63AA3BDFD580}">
      <dgm:prSet/>
      <dgm:spPr/>
      <dgm:t>
        <a:bodyPr/>
        <a:lstStyle/>
        <a:p>
          <a:r>
            <a:rPr lang="en-GB"/>
            <a:t>✅Disaster Recovery Readiness Check</a:t>
          </a:r>
          <a:endParaRPr lang="en-US"/>
        </a:p>
      </dgm:t>
    </dgm:pt>
    <dgm:pt modelId="{71C8D57A-A5AA-4935-848E-8F9D2D98A5F5}" type="parTrans" cxnId="{7C133AE0-A2F5-48AC-8F0C-24EA8D292D3B}">
      <dgm:prSet/>
      <dgm:spPr/>
      <dgm:t>
        <a:bodyPr/>
        <a:lstStyle/>
        <a:p>
          <a:endParaRPr lang="en-US"/>
        </a:p>
      </dgm:t>
    </dgm:pt>
    <dgm:pt modelId="{6D99442C-79D4-4432-8C67-7B77C18A105D}" type="sibTrans" cxnId="{7C133AE0-A2F5-48AC-8F0C-24EA8D292D3B}">
      <dgm:prSet/>
      <dgm:spPr/>
      <dgm:t>
        <a:bodyPr/>
        <a:lstStyle/>
        <a:p>
          <a:endParaRPr lang="en-US"/>
        </a:p>
      </dgm:t>
    </dgm:pt>
    <dgm:pt modelId="{5CE5C8F7-03A8-4F7D-914E-D3A9785C5C04}">
      <dgm:prSet/>
      <dgm:spPr/>
      <dgm:t>
        <a:bodyPr/>
        <a:lstStyle/>
        <a:p>
          <a:r>
            <a:rPr lang="en-GB"/>
            <a:t>PowerShell 💜 Fabric – MicrosoftFabricMgmt</a:t>
          </a:r>
          <a:endParaRPr lang="en-US"/>
        </a:p>
      </dgm:t>
    </dgm:pt>
    <dgm:pt modelId="{338A6794-EEEB-4B69-9F39-CE2FC1DC7FBA}" type="parTrans" cxnId="{DCB5CF17-F016-433D-8EE4-23E614E61F14}">
      <dgm:prSet/>
      <dgm:spPr/>
      <dgm:t>
        <a:bodyPr/>
        <a:lstStyle/>
        <a:p>
          <a:endParaRPr lang="en-US"/>
        </a:p>
      </dgm:t>
    </dgm:pt>
    <dgm:pt modelId="{3761D624-99A2-4ED8-AA33-028840789410}" type="sibTrans" cxnId="{DCB5CF17-F016-433D-8EE4-23E614E61F14}">
      <dgm:prSet/>
      <dgm:spPr/>
      <dgm:t>
        <a:bodyPr/>
        <a:lstStyle/>
        <a:p>
          <a:endParaRPr lang="en-US"/>
        </a:p>
      </dgm:t>
    </dgm:pt>
    <dgm:pt modelId="{FBC1AA48-6297-4E1E-A2CE-3A3A7DE31293}">
      <dgm:prSet/>
      <dgm:spPr/>
      <dgm:t>
        <a:bodyPr/>
        <a:lstStyle/>
        <a:p>
          <a:r>
            <a:rPr lang="en-GB"/>
            <a:t>Bring your questions! </a:t>
          </a:r>
        </a:p>
        <a:p>
          <a:r>
            <a:rPr lang="en-GB"/>
            <a:t>This session is interactive and demo-heavy.</a:t>
          </a:r>
          <a:endParaRPr lang="en-US"/>
        </a:p>
      </dgm:t>
    </dgm:pt>
    <dgm:pt modelId="{F4D2735D-F5DF-4E8F-9053-97ACE8A00089}" type="parTrans" cxnId="{6240511B-2FB3-450B-9C61-FF61C5F65B65}">
      <dgm:prSet/>
      <dgm:spPr/>
      <dgm:t>
        <a:bodyPr/>
        <a:lstStyle/>
        <a:p>
          <a:endParaRPr lang="en-US"/>
        </a:p>
      </dgm:t>
    </dgm:pt>
    <dgm:pt modelId="{4F0FAF3B-602F-4470-8A03-05E35B5EB9FA}" type="sibTrans" cxnId="{6240511B-2FB3-450B-9C61-FF61C5F65B65}">
      <dgm:prSet/>
      <dgm:spPr/>
      <dgm:t>
        <a:bodyPr/>
        <a:lstStyle/>
        <a:p>
          <a:endParaRPr lang="en-US"/>
        </a:p>
      </dgm:t>
    </dgm:pt>
    <dgm:pt modelId="{6223348D-96E3-4D61-B009-C7A7C07A1DF7}" type="pres">
      <dgm:prSet presAssocID="{2ADA62B2-3DE1-4739-BCC9-5463BACFCE05}" presName="root" presStyleCnt="0">
        <dgm:presLayoutVars>
          <dgm:dir/>
          <dgm:resizeHandles val="exact"/>
        </dgm:presLayoutVars>
      </dgm:prSet>
      <dgm:spPr/>
    </dgm:pt>
    <dgm:pt modelId="{42848C0E-8F14-4F07-B527-ACA179DFB940}" type="pres">
      <dgm:prSet presAssocID="{73CCCBD3-E9EC-431C-ADDF-5735854EF17F}" presName="compNode" presStyleCnt="0"/>
      <dgm:spPr/>
    </dgm:pt>
    <dgm:pt modelId="{9A845EFA-44F0-4881-A353-1AE2312D5F18}" type="pres">
      <dgm:prSet presAssocID="{73CCCBD3-E9EC-431C-ADDF-5735854EF17F}" presName="bgRect" presStyleLbl="bgShp" presStyleIdx="0" presStyleCnt="5"/>
      <dgm:spPr/>
    </dgm:pt>
    <dgm:pt modelId="{8715B1A6-85DD-44DC-864F-D48753108395}" type="pres">
      <dgm:prSet presAssocID="{73CCCBD3-E9EC-431C-ADDF-5735854EF17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ld with solid fill"/>
        </a:ext>
      </dgm:extLst>
    </dgm:pt>
    <dgm:pt modelId="{6ABF4A2D-DB58-4ACB-899C-5A33219F6780}" type="pres">
      <dgm:prSet presAssocID="{73CCCBD3-E9EC-431C-ADDF-5735854EF17F}" presName="spaceRect" presStyleCnt="0"/>
      <dgm:spPr/>
    </dgm:pt>
    <dgm:pt modelId="{9678FAF6-0ADD-41B9-9002-EC656B3EE141}" type="pres">
      <dgm:prSet presAssocID="{73CCCBD3-E9EC-431C-ADDF-5735854EF17F}" presName="parTx" presStyleLbl="revTx" presStyleIdx="0" presStyleCnt="5">
        <dgm:presLayoutVars>
          <dgm:chMax val="0"/>
          <dgm:chPref val="0"/>
        </dgm:presLayoutVars>
      </dgm:prSet>
      <dgm:spPr/>
    </dgm:pt>
    <dgm:pt modelId="{70F2BCD3-996F-4BFE-B07B-85B68DFF63C4}" type="pres">
      <dgm:prSet presAssocID="{79CEAB51-5705-46DC-AB42-E3664E117135}" presName="sibTrans" presStyleCnt="0"/>
      <dgm:spPr/>
    </dgm:pt>
    <dgm:pt modelId="{9AC58CAC-58E9-458B-9AA5-43FFDA6CBEA9}" type="pres">
      <dgm:prSet presAssocID="{E2F21F45-3F20-4193-A31F-005ECC13FFE5}" presName="compNode" presStyleCnt="0"/>
      <dgm:spPr/>
    </dgm:pt>
    <dgm:pt modelId="{8A9243FE-2485-467F-8A42-2CDD1B3DB203}" type="pres">
      <dgm:prSet presAssocID="{E2F21F45-3F20-4193-A31F-005ECC13FFE5}" presName="bgRect" presStyleLbl="bgShp" presStyleIdx="1" presStyleCnt="5"/>
      <dgm:spPr/>
    </dgm:pt>
    <dgm:pt modelId="{36F9A791-38C2-407A-B337-F2FAD6BFCCF8}" type="pres">
      <dgm:prSet presAssocID="{E2F21F45-3F20-4193-A31F-005ECC13FFE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B3E90DE-4718-4962-B7D1-B386E08E2B77}" type="pres">
      <dgm:prSet presAssocID="{E2F21F45-3F20-4193-A31F-005ECC13FFE5}" presName="spaceRect" presStyleCnt="0"/>
      <dgm:spPr/>
    </dgm:pt>
    <dgm:pt modelId="{844D31B6-8FF8-4AA6-8F35-813995F43DF3}" type="pres">
      <dgm:prSet presAssocID="{E2F21F45-3F20-4193-A31F-005ECC13FFE5}" presName="parTx" presStyleLbl="revTx" presStyleIdx="1" presStyleCnt="5">
        <dgm:presLayoutVars>
          <dgm:chMax val="0"/>
          <dgm:chPref val="0"/>
        </dgm:presLayoutVars>
      </dgm:prSet>
      <dgm:spPr/>
    </dgm:pt>
    <dgm:pt modelId="{4A86778E-4DC4-4F63-A723-7F54CFAA2A38}" type="pres">
      <dgm:prSet presAssocID="{E63627FF-9CDE-493E-BA79-A2D3C270F5E1}" presName="sibTrans" presStyleCnt="0"/>
      <dgm:spPr/>
    </dgm:pt>
    <dgm:pt modelId="{0CACF7E7-CF9C-4BAE-B07B-6375EB8740A9}" type="pres">
      <dgm:prSet presAssocID="{928A2AD1-BF73-4015-8A67-63AA3BDFD580}" presName="compNode" presStyleCnt="0"/>
      <dgm:spPr/>
    </dgm:pt>
    <dgm:pt modelId="{60BA6773-8BF4-408F-81F3-9840A85AAA1E}" type="pres">
      <dgm:prSet presAssocID="{928A2AD1-BF73-4015-8A67-63AA3BDFD580}" presName="bgRect" presStyleLbl="bgShp" presStyleIdx="2" presStyleCnt="5"/>
      <dgm:spPr/>
    </dgm:pt>
    <dgm:pt modelId="{AFFD87D7-6D2D-4E88-A64C-216EEB5EC31A}" type="pres">
      <dgm:prSet presAssocID="{928A2AD1-BF73-4015-8A67-63AA3BDFD58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 Extinguisher with solid fill"/>
        </a:ext>
      </dgm:extLst>
    </dgm:pt>
    <dgm:pt modelId="{20196353-342A-48A8-9577-4EC245B6CE68}" type="pres">
      <dgm:prSet presAssocID="{928A2AD1-BF73-4015-8A67-63AA3BDFD580}" presName="spaceRect" presStyleCnt="0"/>
      <dgm:spPr/>
    </dgm:pt>
    <dgm:pt modelId="{5E862F18-9188-46EF-9360-1EBC76C6E5EF}" type="pres">
      <dgm:prSet presAssocID="{928A2AD1-BF73-4015-8A67-63AA3BDFD580}" presName="parTx" presStyleLbl="revTx" presStyleIdx="2" presStyleCnt="5">
        <dgm:presLayoutVars>
          <dgm:chMax val="0"/>
          <dgm:chPref val="0"/>
        </dgm:presLayoutVars>
      </dgm:prSet>
      <dgm:spPr/>
    </dgm:pt>
    <dgm:pt modelId="{7CFE7867-93DE-4FF3-BCC8-4E33BDC32D95}" type="pres">
      <dgm:prSet presAssocID="{6D99442C-79D4-4432-8C67-7B77C18A105D}" presName="sibTrans" presStyleCnt="0"/>
      <dgm:spPr/>
    </dgm:pt>
    <dgm:pt modelId="{AE1AF929-DC28-48B7-9266-A7829D81A7CB}" type="pres">
      <dgm:prSet presAssocID="{5CE5C8F7-03A8-4F7D-914E-D3A9785C5C04}" presName="compNode" presStyleCnt="0"/>
      <dgm:spPr/>
    </dgm:pt>
    <dgm:pt modelId="{33B69F3D-C143-4688-8FC9-663C1C647C08}" type="pres">
      <dgm:prSet presAssocID="{5CE5C8F7-03A8-4F7D-914E-D3A9785C5C04}" presName="bgRect" presStyleLbl="bgShp" presStyleIdx="3" presStyleCnt="5"/>
      <dgm:spPr/>
    </dgm:pt>
    <dgm:pt modelId="{862B485A-03CD-4CA5-9001-E134AF731270}" type="pres">
      <dgm:prSet presAssocID="{5CE5C8F7-03A8-4F7D-914E-D3A9785C5C0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irt"/>
        </a:ext>
      </dgm:extLst>
    </dgm:pt>
    <dgm:pt modelId="{048FD249-2CF9-47B2-AE4F-27E2CDD19CF5}" type="pres">
      <dgm:prSet presAssocID="{5CE5C8F7-03A8-4F7D-914E-D3A9785C5C04}" presName="spaceRect" presStyleCnt="0"/>
      <dgm:spPr/>
    </dgm:pt>
    <dgm:pt modelId="{B6D8E766-E17C-420F-9A5D-80333A6C3A43}" type="pres">
      <dgm:prSet presAssocID="{5CE5C8F7-03A8-4F7D-914E-D3A9785C5C04}" presName="parTx" presStyleLbl="revTx" presStyleIdx="3" presStyleCnt="5">
        <dgm:presLayoutVars>
          <dgm:chMax val="0"/>
          <dgm:chPref val="0"/>
        </dgm:presLayoutVars>
      </dgm:prSet>
      <dgm:spPr/>
    </dgm:pt>
    <dgm:pt modelId="{EC85EDDB-DC7E-4927-89AA-0EB382F02135}" type="pres">
      <dgm:prSet presAssocID="{3761D624-99A2-4ED8-AA33-028840789410}" presName="sibTrans" presStyleCnt="0"/>
      <dgm:spPr/>
    </dgm:pt>
    <dgm:pt modelId="{FEBFB772-F999-4CC8-8ECC-DEF3BD72E490}" type="pres">
      <dgm:prSet presAssocID="{FBC1AA48-6297-4E1E-A2CE-3A3A7DE31293}" presName="compNode" presStyleCnt="0"/>
      <dgm:spPr/>
    </dgm:pt>
    <dgm:pt modelId="{45D0FDFE-7ACD-42B6-888D-D34171FDE9F9}" type="pres">
      <dgm:prSet presAssocID="{FBC1AA48-6297-4E1E-A2CE-3A3A7DE31293}" presName="bgRect" presStyleLbl="bgShp" presStyleIdx="4" presStyleCnt="5"/>
      <dgm:spPr/>
    </dgm:pt>
    <dgm:pt modelId="{0A89E078-BF54-42B2-9384-5AB58F3C8371}" type="pres">
      <dgm:prSet presAssocID="{FBC1AA48-6297-4E1E-A2CE-3A3A7DE3129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B3C8A796-DBC4-4BD8-AFB4-3D87418A3037}" type="pres">
      <dgm:prSet presAssocID="{FBC1AA48-6297-4E1E-A2CE-3A3A7DE31293}" presName="spaceRect" presStyleCnt="0"/>
      <dgm:spPr/>
    </dgm:pt>
    <dgm:pt modelId="{3726BD40-C0DB-40DD-914A-ED30498A830E}" type="pres">
      <dgm:prSet presAssocID="{FBC1AA48-6297-4E1E-A2CE-3A3A7DE3129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10EB20A-46B9-4D84-AB71-BF27A6905A58}" type="presOf" srcId="{FBC1AA48-6297-4E1E-A2CE-3A3A7DE31293}" destId="{3726BD40-C0DB-40DD-914A-ED30498A830E}" srcOrd="0" destOrd="0" presId="urn:microsoft.com/office/officeart/2018/2/layout/IconVerticalSolidList"/>
    <dgm:cxn modelId="{3AE7B30C-964F-4933-A423-86C0C5F19586}" srcId="{2ADA62B2-3DE1-4739-BCC9-5463BACFCE05}" destId="{73CCCBD3-E9EC-431C-ADDF-5735854EF17F}" srcOrd="0" destOrd="0" parTransId="{1B606EA8-85C3-4BF5-979E-C4E2072CC5F0}" sibTransId="{79CEAB51-5705-46DC-AB42-E3664E117135}"/>
    <dgm:cxn modelId="{08991210-132C-4ABF-B1C6-14139934EAE6}" type="presOf" srcId="{2ADA62B2-3DE1-4739-BCC9-5463BACFCE05}" destId="{6223348D-96E3-4D61-B009-C7A7C07A1DF7}" srcOrd="0" destOrd="0" presId="urn:microsoft.com/office/officeart/2018/2/layout/IconVerticalSolidList"/>
    <dgm:cxn modelId="{DCB5CF17-F016-433D-8EE4-23E614E61F14}" srcId="{2ADA62B2-3DE1-4739-BCC9-5463BACFCE05}" destId="{5CE5C8F7-03A8-4F7D-914E-D3A9785C5C04}" srcOrd="3" destOrd="0" parTransId="{338A6794-EEEB-4B69-9F39-CE2FC1DC7FBA}" sibTransId="{3761D624-99A2-4ED8-AA33-028840789410}"/>
    <dgm:cxn modelId="{6240511B-2FB3-450B-9C61-FF61C5F65B65}" srcId="{2ADA62B2-3DE1-4739-BCC9-5463BACFCE05}" destId="{FBC1AA48-6297-4E1E-A2CE-3A3A7DE31293}" srcOrd="4" destOrd="0" parTransId="{F4D2735D-F5DF-4E8F-9053-97ACE8A00089}" sibTransId="{4F0FAF3B-602F-4470-8A03-05E35B5EB9FA}"/>
    <dgm:cxn modelId="{AC2D0599-113C-4598-99DF-4260CAA91266}" type="presOf" srcId="{73CCCBD3-E9EC-431C-ADDF-5735854EF17F}" destId="{9678FAF6-0ADD-41B9-9002-EC656B3EE141}" srcOrd="0" destOrd="0" presId="urn:microsoft.com/office/officeart/2018/2/layout/IconVerticalSolidList"/>
    <dgm:cxn modelId="{8E469DAC-DBB8-478B-8599-522772CE8DA0}" type="presOf" srcId="{928A2AD1-BF73-4015-8A67-63AA3BDFD580}" destId="{5E862F18-9188-46EF-9360-1EBC76C6E5EF}" srcOrd="0" destOrd="0" presId="urn:microsoft.com/office/officeart/2018/2/layout/IconVerticalSolidList"/>
    <dgm:cxn modelId="{76A075B0-1CF5-4BDC-ACCB-69DAEE12F259}" type="presOf" srcId="{5CE5C8F7-03A8-4F7D-914E-D3A9785C5C04}" destId="{B6D8E766-E17C-420F-9A5D-80333A6C3A43}" srcOrd="0" destOrd="0" presId="urn:microsoft.com/office/officeart/2018/2/layout/IconVerticalSolidList"/>
    <dgm:cxn modelId="{DB3445D4-9199-4EC6-A5EF-8B3DE37A0E9E}" srcId="{2ADA62B2-3DE1-4739-BCC9-5463BACFCE05}" destId="{E2F21F45-3F20-4193-A31F-005ECC13FFE5}" srcOrd="1" destOrd="0" parTransId="{252B0B01-F84E-4B31-A532-5B81F818468B}" sibTransId="{E63627FF-9CDE-493E-BA79-A2D3C270F5E1}"/>
    <dgm:cxn modelId="{7C133AE0-A2F5-48AC-8F0C-24EA8D292D3B}" srcId="{2ADA62B2-3DE1-4739-BCC9-5463BACFCE05}" destId="{928A2AD1-BF73-4015-8A67-63AA3BDFD580}" srcOrd="2" destOrd="0" parTransId="{71C8D57A-A5AA-4935-848E-8F9D2D98A5F5}" sibTransId="{6D99442C-79D4-4432-8C67-7B77C18A105D}"/>
    <dgm:cxn modelId="{1636F7ED-CF25-4311-ACBC-B353FA91D21F}" type="presOf" srcId="{E2F21F45-3F20-4193-A31F-005ECC13FFE5}" destId="{844D31B6-8FF8-4AA6-8F35-813995F43DF3}" srcOrd="0" destOrd="0" presId="urn:microsoft.com/office/officeart/2018/2/layout/IconVerticalSolidList"/>
    <dgm:cxn modelId="{9F39C401-F9FC-4C76-A672-085D785F75A5}" type="presParOf" srcId="{6223348D-96E3-4D61-B009-C7A7C07A1DF7}" destId="{42848C0E-8F14-4F07-B527-ACA179DFB940}" srcOrd="0" destOrd="0" presId="urn:microsoft.com/office/officeart/2018/2/layout/IconVerticalSolidList"/>
    <dgm:cxn modelId="{4DB20703-E1D7-44FB-A144-E089DD833A47}" type="presParOf" srcId="{42848C0E-8F14-4F07-B527-ACA179DFB940}" destId="{9A845EFA-44F0-4881-A353-1AE2312D5F18}" srcOrd="0" destOrd="0" presId="urn:microsoft.com/office/officeart/2018/2/layout/IconVerticalSolidList"/>
    <dgm:cxn modelId="{EB4132D9-D24D-45A4-9A29-5CD65C1ED0FC}" type="presParOf" srcId="{42848C0E-8F14-4F07-B527-ACA179DFB940}" destId="{8715B1A6-85DD-44DC-864F-D48753108395}" srcOrd="1" destOrd="0" presId="urn:microsoft.com/office/officeart/2018/2/layout/IconVerticalSolidList"/>
    <dgm:cxn modelId="{81A6A4B8-3CF1-4A5D-AF58-AC1E0CFE5C60}" type="presParOf" srcId="{42848C0E-8F14-4F07-B527-ACA179DFB940}" destId="{6ABF4A2D-DB58-4ACB-899C-5A33219F6780}" srcOrd="2" destOrd="0" presId="urn:microsoft.com/office/officeart/2018/2/layout/IconVerticalSolidList"/>
    <dgm:cxn modelId="{AD7BBDE2-3AE4-4AEB-95BB-9E9DC6131632}" type="presParOf" srcId="{42848C0E-8F14-4F07-B527-ACA179DFB940}" destId="{9678FAF6-0ADD-41B9-9002-EC656B3EE141}" srcOrd="3" destOrd="0" presId="urn:microsoft.com/office/officeart/2018/2/layout/IconVerticalSolidList"/>
    <dgm:cxn modelId="{7254E163-BF79-42EB-A906-980DAF9D7B5D}" type="presParOf" srcId="{6223348D-96E3-4D61-B009-C7A7C07A1DF7}" destId="{70F2BCD3-996F-4BFE-B07B-85B68DFF63C4}" srcOrd="1" destOrd="0" presId="urn:microsoft.com/office/officeart/2018/2/layout/IconVerticalSolidList"/>
    <dgm:cxn modelId="{081021C9-215B-41B4-8F2D-46CB159A55A4}" type="presParOf" srcId="{6223348D-96E3-4D61-B009-C7A7C07A1DF7}" destId="{9AC58CAC-58E9-458B-9AA5-43FFDA6CBEA9}" srcOrd="2" destOrd="0" presId="urn:microsoft.com/office/officeart/2018/2/layout/IconVerticalSolidList"/>
    <dgm:cxn modelId="{175AAE10-B003-479B-9F3A-01887DD3A05D}" type="presParOf" srcId="{9AC58CAC-58E9-458B-9AA5-43FFDA6CBEA9}" destId="{8A9243FE-2485-467F-8A42-2CDD1B3DB203}" srcOrd="0" destOrd="0" presId="urn:microsoft.com/office/officeart/2018/2/layout/IconVerticalSolidList"/>
    <dgm:cxn modelId="{CE6AEFD2-AA87-423A-A424-DA05E996BF04}" type="presParOf" srcId="{9AC58CAC-58E9-458B-9AA5-43FFDA6CBEA9}" destId="{36F9A791-38C2-407A-B337-F2FAD6BFCCF8}" srcOrd="1" destOrd="0" presId="urn:microsoft.com/office/officeart/2018/2/layout/IconVerticalSolidList"/>
    <dgm:cxn modelId="{36A6B24B-DC4B-40A7-B79F-C5E43D5FC654}" type="presParOf" srcId="{9AC58CAC-58E9-458B-9AA5-43FFDA6CBEA9}" destId="{9B3E90DE-4718-4962-B7D1-B386E08E2B77}" srcOrd="2" destOrd="0" presId="urn:microsoft.com/office/officeart/2018/2/layout/IconVerticalSolidList"/>
    <dgm:cxn modelId="{46995768-6BA7-4F1A-859A-144BC1EC0800}" type="presParOf" srcId="{9AC58CAC-58E9-458B-9AA5-43FFDA6CBEA9}" destId="{844D31B6-8FF8-4AA6-8F35-813995F43DF3}" srcOrd="3" destOrd="0" presId="urn:microsoft.com/office/officeart/2018/2/layout/IconVerticalSolidList"/>
    <dgm:cxn modelId="{B744307B-1DFF-4F60-B463-98617D42F375}" type="presParOf" srcId="{6223348D-96E3-4D61-B009-C7A7C07A1DF7}" destId="{4A86778E-4DC4-4F63-A723-7F54CFAA2A38}" srcOrd="3" destOrd="0" presId="urn:microsoft.com/office/officeart/2018/2/layout/IconVerticalSolidList"/>
    <dgm:cxn modelId="{05B04807-6698-4894-ACC9-3B8EEF9BB48A}" type="presParOf" srcId="{6223348D-96E3-4D61-B009-C7A7C07A1DF7}" destId="{0CACF7E7-CF9C-4BAE-B07B-6375EB8740A9}" srcOrd="4" destOrd="0" presId="urn:microsoft.com/office/officeart/2018/2/layout/IconVerticalSolidList"/>
    <dgm:cxn modelId="{8DCA8C4D-6C9A-4FE0-8A2F-EF9B5C045FAA}" type="presParOf" srcId="{0CACF7E7-CF9C-4BAE-B07B-6375EB8740A9}" destId="{60BA6773-8BF4-408F-81F3-9840A85AAA1E}" srcOrd="0" destOrd="0" presId="urn:microsoft.com/office/officeart/2018/2/layout/IconVerticalSolidList"/>
    <dgm:cxn modelId="{E43F2237-A4B2-41C4-A93C-361116974A64}" type="presParOf" srcId="{0CACF7E7-CF9C-4BAE-B07B-6375EB8740A9}" destId="{AFFD87D7-6D2D-4E88-A64C-216EEB5EC31A}" srcOrd="1" destOrd="0" presId="urn:microsoft.com/office/officeart/2018/2/layout/IconVerticalSolidList"/>
    <dgm:cxn modelId="{97A54E8D-DCDD-4810-BF44-A409FFA4E253}" type="presParOf" srcId="{0CACF7E7-CF9C-4BAE-B07B-6375EB8740A9}" destId="{20196353-342A-48A8-9577-4EC245B6CE68}" srcOrd="2" destOrd="0" presId="urn:microsoft.com/office/officeart/2018/2/layout/IconVerticalSolidList"/>
    <dgm:cxn modelId="{5057D5B7-6DD8-4261-A0B2-34EF78BC9080}" type="presParOf" srcId="{0CACF7E7-CF9C-4BAE-B07B-6375EB8740A9}" destId="{5E862F18-9188-46EF-9360-1EBC76C6E5EF}" srcOrd="3" destOrd="0" presId="urn:microsoft.com/office/officeart/2018/2/layout/IconVerticalSolidList"/>
    <dgm:cxn modelId="{00E2FD17-B1A4-40D7-9988-D8F4DBD068E1}" type="presParOf" srcId="{6223348D-96E3-4D61-B009-C7A7C07A1DF7}" destId="{7CFE7867-93DE-4FF3-BCC8-4E33BDC32D95}" srcOrd="5" destOrd="0" presId="urn:microsoft.com/office/officeart/2018/2/layout/IconVerticalSolidList"/>
    <dgm:cxn modelId="{7B20C3E8-C481-4C11-9FE7-E5982D0BB9A1}" type="presParOf" srcId="{6223348D-96E3-4D61-B009-C7A7C07A1DF7}" destId="{AE1AF929-DC28-48B7-9266-A7829D81A7CB}" srcOrd="6" destOrd="0" presId="urn:microsoft.com/office/officeart/2018/2/layout/IconVerticalSolidList"/>
    <dgm:cxn modelId="{2A158CD4-C125-47EB-B9EB-28E37CF43AD1}" type="presParOf" srcId="{AE1AF929-DC28-48B7-9266-A7829D81A7CB}" destId="{33B69F3D-C143-4688-8FC9-663C1C647C08}" srcOrd="0" destOrd="0" presId="urn:microsoft.com/office/officeart/2018/2/layout/IconVerticalSolidList"/>
    <dgm:cxn modelId="{05B59262-5B77-4E28-97B0-8B6A0130BFEA}" type="presParOf" srcId="{AE1AF929-DC28-48B7-9266-A7829D81A7CB}" destId="{862B485A-03CD-4CA5-9001-E134AF731270}" srcOrd="1" destOrd="0" presId="urn:microsoft.com/office/officeart/2018/2/layout/IconVerticalSolidList"/>
    <dgm:cxn modelId="{000138B7-8FAE-4E1C-B97C-22DE9F7553EE}" type="presParOf" srcId="{AE1AF929-DC28-48B7-9266-A7829D81A7CB}" destId="{048FD249-2CF9-47B2-AE4F-27E2CDD19CF5}" srcOrd="2" destOrd="0" presId="urn:microsoft.com/office/officeart/2018/2/layout/IconVerticalSolidList"/>
    <dgm:cxn modelId="{A4074333-9822-41A2-90C8-530B8E214A84}" type="presParOf" srcId="{AE1AF929-DC28-48B7-9266-A7829D81A7CB}" destId="{B6D8E766-E17C-420F-9A5D-80333A6C3A43}" srcOrd="3" destOrd="0" presId="urn:microsoft.com/office/officeart/2018/2/layout/IconVerticalSolidList"/>
    <dgm:cxn modelId="{5EA1E1F4-A51A-427C-B108-907F2FA4DF16}" type="presParOf" srcId="{6223348D-96E3-4D61-B009-C7A7C07A1DF7}" destId="{EC85EDDB-DC7E-4927-89AA-0EB382F02135}" srcOrd="7" destOrd="0" presId="urn:microsoft.com/office/officeart/2018/2/layout/IconVerticalSolidList"/>
    <dgm:cxn modelId="{556E3197-4B3A-43CB-8729-0B8099F01C62}" type="presParOf" srcId="{6223348D-96E3-4D61-B009-C7A7C07A1DF7}" destId="{FEBFB772-F999-4CC8-8ECC-DEF3BD72E490}" srcOrd="8" destOrd="0" presId="urn:microsoft.com/office/officeart/2018/2/layout/IconVerticalSolidList"/>
    <dgm:cxn modelId="{9407D118-037A-444E-9064-5270B1CA7C77}" type="presParOf" srcId="{FEBFB772-F999-4CC8-8ECC-DEF3BD72E490}" destId="{45D0FDFE-7ACD-42B6-888D-D34171FDE9F9}" srcOrd="0" destOrd="0" presId="urn:microsoft.com/office/officeart/2018/2/layout/IconVerticalSolidList"/>
    <dgm:cxn modelId="{C976F173-6731-41FC-8D91-AB45587A2078}" type="presParOf" srcId="{FEBFB772-F999-4CC8-8ECC-DEF3BD72E490}" destId="{0A89E078-BF54-42B2-9384-5AB58F3C8371}" srcOrd="1" destOrd="0" presId="urn:microsoft.com/office/officeart/2018/2/layout/IconVerticalSolidList"/>
    <dgm:cxn modelId="{F8124B6F-5A25-4108-914C-E507D29E950F}" type="presParOf" srcId="{FEBFB772-F999-4CC8-8ECC-DEF3BD72E490}" destId="{B3C8A796-DBC4-4BD8-AFB4-3D87418A3037}" srcOrd="2" destOrd="0" presId="urn:microsoft.com/office/officeart/2018/2/layout/IconVerticalSolidList"/>
    <dgm:cxn modelId="{389AEB58-8337-41D9-8AF3-95A021CB9A2A}" type="presParOf" srcId="{FEBFB772-F999-4CC8-8ECC-DEF3BD72E490}" destId="{3726BD40-C0DB-40DD-914A-ED30498A83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45EFA-44F0-4881-A353-1AE2312D5F18}">
      <dsp:nvSpPr>
        <dsp:cNvPr id="0" name=""/>
        <dsp:cNvSpPr/>
      </dsp:nvSpPr>
      <dsp:spPr>
        <a:xfrm>
          <a:off x="0" y="4521"/>
          <a:ext cx="7912786" cy="963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15B1A6-85DD-44DC-864F-D48753108395}">
      <dsp:nvSpPr>
        <dsp:cNvPr id="0" name=""/>
        <dsp:cNvSpPr/>
      </dsp:nvSpPr>
      <dsp:spPr>
        <a:xfrm>
          <a:off x="291363" y="221238"/>
          <a:ext cx="529751" cy="529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8FAF6-0ADD-41B9-9002-EC656B3EE141}">
      <dsp:nvSpPr>
        <dsp:cNvPr id="0" name=""/>
        <dsp:cNvSpPr/>
      </dsp:nvSpPr>
      <dsp:spPr>
        <a:xfrm>
          <a:off x="1112478" y="4521"/>
          <a:ext cx="6800307" cy="963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37" tIns="101937" rIns="101937" bIns="101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🌐PowerShell Universal in action</a:t>
          </a:r>
          <a:endParaRPr lang="en-US" sz="1900" kern="1200"/>
        </a:p>
      </dsp:txBody>
      <dsp:txXfrm>
        <a:off x="1112478" y="4521"/>
        <a:ext cx="6800307" cy="963184"/>
      </dsp:txXfrm>
    </dsp:sp>
    <dsp:sp modelId="{8A9243FE-2485-467F-8A42-2CDD1B3DB203}">
      <dsp:nvSpPr>
        <dsp:cNvPr id="0" name=""/>
        <dsp:cNvSpPr/>
      </dsp:nvSpPr>
      <dsp:spPr>
        <a:xfrm>
          <a:off x="0" y="1208502"/>
          <a:ext cx="7912786" cy="963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9A791-38C2-407A-B337-F2FAD6BFCCF8}">
      <dsp:nvSpPr>
        <dsp:cNvPr id="0" name=""/>
        <dsp:cNvSpPr/>
      </dsp:nvSpPr>
      <dsp:spPr>
        <a:xfrm>
          <a:off x="291363" y="1425219"/>
          <a:ext cx="529751" cy="529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D31B6-8FF8-4AA6-8F35-813995F43DF3}">
      <dsp:nvSpPr>
        <dsp:cNvPr id="0" name=""/>
        <dsp:cNvSpPr/>
      </dsp:nvSpPr>
      <dsp:spPr>
        <a:xfrm>
          <a:off x="1112478" y="1208502"/>
          <a:ext cx="6800307" cy="963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37" tIns="101937" rIns="101937" bIns="101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Automated SQL Server configuration source control 📋</a:t>
          </a:r>
          <a:endParaRPr lang="en-US" sz="1900" kern="1200"/>
        </a:p>
      </dsp:txBody>
      <dsp:txXfrm>
        <a:off x="1112478" y="1208502"/>
        <a:ext cx="6800307" cy="963184"/>
      </dsp:txXfrm>
    </dsp:sp>
    <dsp:sp modelId="{60BA6773-8BF4-408F-81F3-9840A85AAA1E}">
      <dsp:nvSpPr>
        <dsp:cNvPr id="0" name=""/>
        <dsp:cNvSpPr/>
      </dsp:nvSpPr>
      <dsp:spPr>
        <a:xfrm>
          <a:off x="0" y="2412483"/>
          <a:ext cx="7912786" cy="963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D87D7-6D2D-4E88-A64C-216EEB5EC31A}">
      <dsp:nvSpPr>
        <dsp:cNvPr id="0" name=""/>
        <dsp:cNvSpPr/>
      </dsp:nvSpPr>
      <dsp:spPr>
        <a:xfrm>
          <a:off x="291363" y="2629200"/>
          <a:ext cx="529751" cy="529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62F18-9188-46EF-9360-1EBC76C6E5EF}">
      <dsp:nvSpPr>
        <dsp:cNvPr id="0" name=""/>
        <dsp:cNvSpPr/>
      </dsp:nvSpPr>
      <dsp:spPr>
        <a:xfrm>
          <a:off x="1112478" y="2412483"/>
          <a:ext cx="6800307" cy="963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37" tIns="101937" rIns="101937" bIns="101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✅Disaster Recovery Readiness Check</a:t>
          </a:r>
          <a:endParaRPr lang="en-US" sz="1900" kern="1200"/>
        </a:p>
      </dsp:txBody>
      <dsp:txXfrm>
        <a:off x="1112478" y="2412483"/>
        <a:ext cx="6800307" cy="963184"/>
      </dsp:txXfrm>
    </dsp:sp>
    <dsp:sp modelId="{33B69F3D-C143-4688-8FC9-663C1C647C08}">
      <dsp:nvSpPr>
        <dsp:cNvPr id="0" name=""/>
        <dsp:cNvSpPr/>
      </dsp:nvSpPr>
      <dsp:spPr>
        <a:xfrm>
          <a:off x="0" y="3616464"/>
          <a:ext cx="7912786" cy="963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2B485A-03CD-4CA5-9001-E134AF731270}">
      <dsp:nvSpPr>
        <dsp:cNvPr id="0" name=""/>
        <dsp:cNvSpPr/>
      </dsp:nvSpPr>
      <dsp:spPr>
        <a:xfrm>
          <a:off x="291363" y="3833181"/>
          <a:ext cx="529751" cy="529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8E766-E17C-420F-9A5D-80333A6C3A43}">
      <dsp:nvSpPr>
        <dsp:cNvPr id="0" name=""/>
        <dsp:cNvSpPr/>
      </dsp:nvSpPr>
      <dsp:spPr>
        <a:xfrm>
          <a:off x="1112478" y="3616464"/>
          <a:ext cx="6800307" cy="963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37" tIns="101937" rIns="101937" bIns="101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PowerShell 💜 Fabric – MicrosoftFabricMgmt</a:t>
          </a:r>
          <a:endParaRPr lang="en-US" sz="1900" kern="1200"/>
        </a:p>
      </dsp:txBody>
      <dsp:txXfrm>
        <a:off x="1112478" y="3616464"/>
        <a:ext cx="6800307" cy="963184"/>
      </dsp:txXfrm>
    </dsp:sp>
    <dsp:sp modelId="{45D0FDFE-7ACD-42B6-888D-D34171FDE9F9}">
      <dsp:nvSpPr>
        <dsp:cNvPr id="0" name=""/>
        <dsp:cNvSpPr/>
      </dsp:nvSpPr>
      <dsp:spPr>
        <a:xfrm>
          <a:off x="0" y="4820445"/>
          <a:ext cx="7912786" cy="963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9E078-BF54-42B2-9384-5AB58F3C8371}">
      <dsp:nvSpPr>
        <dsp:cNvPr id="0" name=""/>
        <dsp:cNvSpPr/>
      </dsp:nvSpPr>
      <dsp:spPr>
        <a:xfrm>
          <a:off x="291363" y="5037161"/>
          <a:ext cx="529751" cy="52975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6BD40-C0DB-40DD-914A-ED30498A830E}">
      <dsp:nvSpPr>
        <dsp:cNvPr id="0" name=""/>
        <dsp:cNvSpPr/>
      </dsp:nvSpPr>
      <dsp:spPr>
        <a:xfrm>
          <a:off x="1112478" y="4820445"/>
          <a:ext cx="6800307" cy="963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37" tIns="101937" rIns="101937" bIns="1019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Bring your questions!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This session is interactive and demo-heavy.</a:t>
          </a:r>
          <a:endParaRPr lang="en-US" sz="1900" kern="1200"/>
        </a:p>
      </dsp:txBody>
      <dsp:txXfrm>
        <a:off x="1112478" y="4820445"/>
        <a:ext cx="6800307" cy="963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1C696-A34C-4102-847B-5A4CA07D1CB9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0E61B-EE19-4E77-A848-1E98E32695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2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0E61B-EE19-4E77-A848-1E98E32695B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20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Jess</a:t>
            </a:r>
          </a:p>
          <a:p>
            <a:r>
              <a:rPr lang="en-GB"/>
              <a:t> - 4 sessions</a:t>
            </a:r>
          </a:p>
          <a:p>
            <a:r>
              <a:rPr lang="en-GB"/>
              <a:t> - Different tools/levels</a:t>
            </a:r>
          </a:p>
          <a:p>
            <a:r>
              <a:rPr lang="en-GB"/>
              <a:t> - Awesome sauce!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0E61B-EE19-4E77-A848-1E98E32695B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44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2A7A9-42BD-2EC6-0E06-8ED5B8C91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E407F-2054-9DC5-2617-3F5CAE3FF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98B5D-1E8B-C262-2C90-1AD3BF23A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Jess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20A7A-1F70-73B6-0299-88D768225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785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A64DD-B49B-A84A-F3D6-72D69FB9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E6C61-1EE3-DF18-DBC1-2C86E5539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834A6-FD83-FA23-21F9-D62B1B243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Cláudio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EAEBE-DAEE-2E7E-6CCA-EAB42F80B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015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DF10-0A98-DC4A-7082-400538E1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34F7D-FAB7-DCD7-C362-3C91B8C11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856C1-DE75-7136-851A-0990C1589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Cláudio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5CD08-782B-51C1-A98A-15B38E9A7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270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752A-334C-CA6F-2A03-BE4F2521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3D005-F178-9D1A-C545-6FCC822B2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56A8C-18A9-1446-929B-08F06B306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Cláudio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FF5BC-1988-61AC-393A-AA8131794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552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5B49-CA58-B52D-D051-CB4D6B88F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88BF7-6069-8762-5BBB-169514696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80192-81CC-F517-B89D-6F88B9492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Blog posts</a:t>
            </a:r>
          </a:p>
          <a:p>
            <a:r>
              <a:rPr lang="en-GB"/>
              <a:t>Videos</a:t>
            </a:r>
          </a:p>
          <a:p>
            <a:r>
              <a:rPr lang="en-GB"/>
              <a:t>Sessions on conferences</a:t>
            </a:r>
          </a:p>
        </p:txBody>
      </p:sp>
    </p:spTree>
    <p:extLst>
      <p:ext uri="{BB962C8B-B14F-4D97-AF65-F5344CB8AC3E}">
        <p14:creationId xmlns:p14="http://schemas.microsoft.com/office/powerpoint/2010/main" val="563012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EC1A-3F03-9524-9A24-1838AC01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DF53E-DAF1-42D7-1B68-850B8BD9D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E1323-8B4F-13F2-96A7-45EBEBAD6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Jess</a:t>
            </a:r>
          </a:p>
          <a:p>
            <a:r>
              <a:rPr lang="en-GB"/>
              <a:t> - 4 sessions</a:t>
            </a:r>
          </a:p>
          <a:p>
            <a:r>
              <a:rPr lang="en-GB"/>
              <a:t> - Different tools/levels</a:t>
            </a:r>
          </a:p>
          <a:p>
            <a:r>
              <a:rPr lang="en-GB"/>
              <a:t> - Awesome sauce!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5B57F-F28B-5E3B-16ED-007A4DCB5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60E61B-EE19-4E77-A848-1E98E32695B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491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1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43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7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3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96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2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5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122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rtual background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B12E87-3B96-7F05-48CB-19DAB2A3F9A6}"/>
              </a:ext>
            </a:extLst>
          </p:cNvPr>
          <p:cNvSpPr/>
          <p:nvPr userDrawn="1"/>
        </p:nvSpPr>
        <p:spPr>
          <a:xfrm>
            <a:off x="0" y="6791325"/>
            <a:ext cx="12192000" cy="66675"/>
          </a:xfrm>
          <a:prstGeom prst="rect">
            <a:avLst/>
          </a:prstGeom>
          <a:gradFill>
            <a:gsLst>
              <a:gs pos="0">
                <a:schemeClr val="accent4"/>
              </a:gs>
              <a:gs pos="34000">
                <a:schemeClr val="accent1"/>
              </a:gs>
              <a:gs pos="65560">
                <a:schemeClr val="accent2"/>
              </a:gs>
              <a:gs pos="99890">
                <a:schemeClr val="accent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319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pru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85B63D6-D71F-A240-AA5E-4A14110375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90027" y="492942"/>
            <a:ext cx="9418359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3600" b="1" i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10800000" scaled="1"/>
                  <a:tileRect/>
                </a:gradFill>
                <a:latin typeface="Kanit SemiBold" pitchFamily="2" charset="-34"/>
                <a:cs typeface="Kanit SemiBold" pitchFamily="2" charset="-34"/>
              </a:defRPr>
            </a:lvl1pPr>
          </a:lstStyle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3EE5D93-23C3-3FA0-75B6-A87398EFA7A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90027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2EB71-C95F-5ECA-5946-7945530C76A8}"/>
              </a:ext>
            </a:extLst>
          </p:cNvPr>
          <p:cNvSpPr txBox="1"/>
          <p:nvPr userDrawn="1"/>
        </p:nvSpPr>
        <p:spPr>
          <a:xfrm>
            <a:off x="145392" y="6403345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100" b="0" i="0">
                <a:solidFill>
                  <a:schemeClr val="bg2"/>
                </a:solidFill>
                <a:latin typeface="IBM Plex Sans" panose="020B0503050203000203" pitchFamily="34" charset="77"/>
              </a:rPr>
              <a:t>#</a:t>
            </a:r>
            <a:r>
              <a:rPr lang="en-GB" sz="1100" b="0" i="0" err="1">
                <a:solidFill>
                  <a:schemeClr val="bg2"/>
                </a:solidFill>
                <a:latin typeface="IBM Plex Sans" panose="020B0503050203000203" pitchFamily="34" charset="77"/>
              </a:rPr>
              <a:t>PASSDataSummit</a:t>
            </a:r>
            <a:endParaRPr lang="en-US" sz="1100" b="0" i="0">
              <a:solidFill>
                <a:schemeClr val="bg2"/>
              </a:solidFill>
              <a:latin typeface="IBM Plex Sans" panose="020B0503050203000203" pitchFamily="34" charset="77"/>
              <a:ea typeface="Roboto" panose="02000000000000000000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8BDBEB-2C72-038D-FD53-1E37CFAFFD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0004" y="6200293"/>
            <a:ext cx="1881900" cy="57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1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7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6" r:id="rId13"/>
    <p:sldLayoutId id="214748368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ssAndRob/DBAVUG-PowerShell-Presentatio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youtube.com/@dba-vug2674" TargetMode="External"/><Relationship Id="rId4" Type="http://schemas.openxmlformats.org/officeDocument/2006/relationships/hyperlink" Target="https://www.meetup.com/dbavug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owershelluniversal.com/" TargetMode="External"/><Relationship Id="rId13" Type="http://schemas.openxmlformats.org/officeDocument/2006/relationships/hyperlink" Target="https://jordansassi.com" TargetMode="External"/><Relationship Id="rId3" Type="http://schemas.openxmlformats.org/officeDocument/2006/relationships/hyperlink" Target="https://dbatools.io/" TargetMode="External"/><Relationship Id="rId7" Type="http://schemas.openxmlformats.org/officeDocument/2006/relationships/hyperlink" Target="https://www.manning.com/books/learn-dbatools-in-a-month-of-lunches" TargetMode="External"/><Relationship Id="rId12" Type="http://schemas.openxmlformats.org/officeDocument/2006/relationships/hyperlink" Target="https://blog.robsewell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batools.io/slack/" TargetMode="External"/><Relationship Id="rId11" Type="http://schemas.openxmlformats.org/officeDocument/2006/relationships/hyperlink" Target="https://claudioessilva.eu/" TargetMode="External"/><Relationship Id="rId5" Type="http://schemas.openxmlformats.org/officeDocument/2006/relationships/hyperlink" Target="https://github.com/dataplat/dbatools" TargetMode="External"/><Relationship Id="rId10" Type="http://schemas.openxmlformats.org/officeDocument/2006/relationships/hyperlink" Target="https://jesspomfret.com/" TargetMode="External"/><Relationship Id="rId4" Type="http://schemas.openxmlformats.org/officeDocument/2006/relationships/hyperlink" Target="https://docs.dbatools.io/" TargetMode="External"/><Relationship Id="rId9" Type="http://schemas.openxmlformats.org/officeDocument/2006/relationships/hyperlink" Target="https://www.powershellgallery.com/packages/MicrosoftFabricMgmt/1.0.3" TargetMode="External"/><Relationship Id="rId1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ssAndRob/DBAVUG-PowerShell-Presentatio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youtube.com/@dba-vug2674" TargetMode="External"/><Relationship Id="rId4" Type="http://schemas.openxmlformats.org/officeDocument/2006/relationships/hyperlink" Target="https://www.meetup.com/dbavu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C66134D-919A-854B-1E90-30A7FCF9C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D6763-55B7-FAAE-514B-FE5C6B993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7155" y="1996630"/>
            <a:ext cx="3869294" cy="2648607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4800"/>
              <a:t>PowerShell Dream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14D7F-769C-FD18-E334-409839E5D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7154" y="4778434"/>
            <a:ext cx="3869294" cy="125999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l">
              <a:buNone/>
            </a:pPr>
            <a:r>
              <a:rPr lang="en-US"/>
              <a:t>Bringing it all together</a:t>
            </a:r>
          </a:p>
        </p:txBody>
      </p:sp>
      <p:pic>
        <p:nvPicPr>
          <p:cNvPr id="1026" name="Picture 2" descr="PowerShell Hero Wallpaper 4k 2 by taurus-wiki on DeviantArt">
            <a:extLst>
              <a:ext uri="{FF2B5EF4-FFF2-40B4-BE49-F238E27FC236}">
                <a16:creationId xmlns:a16="http://schemas.microsoft.com/office/drawing/2014/main" id="{2744A009-E450-499C-B58A-F1CFD117A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90" t="7672" r="34754" b="8235"/>
          <a:stretch>
            <a:fillRect/>
          </a:stretch>
        </p:blipFill>
        <p:spPr bwMode="auto">
          <a:xfrm>
            <a:off x="2243451" y="490522"/>
            <a:ext cx="1798449" cy="283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81E06618-2C12-B3A8-6A9F-35EC3337D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5888" y="1363204"/>
            <a:ext cx="2486846" cy="195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ester · GitHub">
            <a:extLst>
              <a:ext uri="{FF2B5EF4-FFF2-40B4-BE49-F238E27FC236}">
                <a16:creationId xmlns:a16="http://schemas.microsoft.com/office/drawing/2014/main" id="{1B8CCDBE-1AC8-556C-D972-6EBA0078D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0849" y="3550159"/>
            <a:ext cx="2491051" cy="24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ticker of a helmet and hammer&#10;&#10;AI-generated content may be incorrect.">
            <a:extLst>
              <a:ext uri="{FF2B5EF4-FFF2-40B4-BE49-F238E27FC236}">
                <a16:creationId xmlns:a16="http://schemas.microsoft.com/office/drawing/2014/main" id="{F55637D4-BE56-95EC-7932-AAABF4F8C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5889" y="3550160"/>
            <a:ext cx="2100994" cy="288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2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EA43E-C4B2-7E15-A520-15B46404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9804-798E-8ADB-D70D-98AD5C5E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DBAVUG PowerShell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77A8-A617-EE9B-424D-5729EF737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0898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/>
              <a:t>Sessions - </a:t>
            </a:r>
            <a:r>
              <a:rPr lang="en-GB">
                <a:hlinkClick r:id="rId3"/>
              </a:rPr>
              <a:t>github.com/</a:t>
            </a:r>
            <a:r>
              <a:rPr lang="en-GB" err="1">
                <a:hlinkClick r:id="rId3"/>
              </a:rPr>
              <a:t>JessAndRob</a:t>
            </a:r>
            <a:r>
              <a:rPr lang="en-GB">
                <a:hlinkClick r:id="rId3"/>
              </a:rPr>
              <a:t>/DBAVUG-PowerShell-Presentations</a:t>
            </a:r>
            <a:endParaRPr lang="en-GB" b="1"/>
          </a:p>
          <a:p>
            <a:pPr lvl="1"/>
            <a:r>
              <a:rPr lang="en-GB"/>
              <a:t>Oct 22nd - Introduction to PowerShell via </a:t>
            </a:r>
            <a:r>
              <a:rPr lang="en-GB" err="1"/>
              <a:t>dbatools</a:t>
            </a:r>
            <a:r>
              <a:rPr lang="en-GB"/>
              <a:t> - Jess &amp; Cláudio</a:t>
            </a:r>
          </a:p>
          <a:p>
            <a:pPr lvl="1"/>
            <a:r>
              <a:rPr lang="en-GB"/>
              <a:t>Nov 12th - Introduction to Pester - Rob</a:t>
            </a:r>
          </a:p>
          <a:p>
            <a:pPr lvl="1"/>
            <a:r>
              <a:rPr lang="en-GB"/>
              <a:t>Dec 10th - Introduction to </a:t>
            </a:r>
            <a:r>
              <a:rPr lang="en-GB" err="1"/>
              <a:t>dbachecks</a:t>
            </a:r>
            <a:r>
              <a:rPr lang="en-GB"/>
              <a:t> - Jordan</a:t>
            </a:r>
          </a:p>
          <a:p>
            <a:pPr lvl="1"/>
            <a:r>
              <a:rPr lang="en-GB"/>
              <a:t>Jan 28th - PowerShell Automation Magic 🪄 - dream team</a:t>
            </a:r>
          </a:p>
          <a:p>
            <a:pPr marL="0" indent="0">
              <a:buNone/>
            </a:pPr>
            <a:endParaRPr lang="en-GB">
              <a:hlinkClick r:id="rId4"/>
            </a:endParaRPr>
          </a:p>
          <a:p>
            <a:pPr marL="0" indent="0">
              <a:buNone/>
            </a:pPr>
            <a:r>
              <a:rPr lang="en-GB">
                <a:hlinkClick r:id="rId4"/>
              </a:rPr>
              <a:t>https://www.meetup.com/dbavug/</a:t>
            </a: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>
                <a:hlinkClick r:id="rId5"/>
              </a:rPr>
              <a:t>https://www.youtube.com/@dba-vug2674</a:t>
            </a: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CC997-55FB-AB11-B3D7-8850D101F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966" y="3671047"/>
            <a:ext cx="5596034" cy="318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59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E61C-35E4-257D-540D-B5FCC7D0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in a grey shirt&#10;&#10;Description automatically generated">
            <a:extLst>
              <a:ext uri="{FF2B5EF4-FFF2-40B4-BE49-F238E27FC236}">
                <a16:creationId xmlns:a16="http://schemas.microsoft.com/office/drawing/2014/main" id="{809EFE19-FF8C-707E-9E03-A0B33A404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587" y="747510"/>
            <a:ext cx="2117303" cy="211730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itel 3">
            <a:extLst>
              <a:ext uri="{FF2B5EF4-FFF2-40B4-BE49-F238E27FC236}">
                <a16:creationId xmlns:a16="http://schemas.microsoft.com/office/drawing/2014/main" id="{2AF0848C-7B39-152F-7F60-A14B35A20B63}"/>
              </a:ext>
            </a:extLst>
          </p:cNvPr>
          <p:cNvSpPr txBox="1">
            <a:spLocks/>
          </p:cNvSpPr>
          <p:nvPr/>
        </p:nvSpPr>
        <p:spPr>
          <a:xfrm>
            <a:off x="1062644" y="905452"/>
            <a:ext cx="979377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Jess Pomfret</a:t>
            </a:r>
          </a:p>
        </p:txBody>
      </p:sp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C8B7080A-2D9E-A069-19D1-0EB2496AE857}"/>
              </a:ext>
            </a:extLst>
          </p:cNvPr>
          <p:cNvSpPr txBox="1">
            <a:spLocks/>
          </p:cNvSpPr>
          <p:nvPr/>
        </p:nvSpPr>
        <p:spPr>
          <a:xfrm>
            <a:off x="1062644" y="1808405"/>
            <a:ext cx="1915334" cy="3151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/>
              <a:t>(She / Her)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4ED1A8-489D-36D5-70CF-C79048C5853C}"/>
              </a:ext>
            </a:extLst>
          </p:cNvPr>
          <p:cNvGrpSpPr/>
          <p:nvPr/>
        </p:nvGrpSpPr>
        <p:grpSpPr>
          <a:xfrm>
            <a:off x="1149233" y="3125779"/>
            <a:ext cx="2642057" cy="556171"/>
            <a:chOff x="1029657" y="3108751"/>
            <a:chExt cx="1782407" cy="375209"/>
          </a:xfrm>
        </p:grpSpPr>
        <p:pic>
          <p:nvPicPr>
            <p:cNvPr id="12" name="Picture 2" descr="SQL Server Database Experts - Data Masterminds">
              <a:extLst>
                <a:ext uri="{FF2B5EF4-FFF2-40B4-BE49-F238E27FC236}">
                  <a16:creationId xmlns:a16="http://schemas.microsoft.com/office/drawing/2014/main" id="{CA488FAF-FC5D-AFEE-84A6-40528FF126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23" t="-1" r="34120" b="38091"/>
            <a:stretch/>
          </p:blipFill>
          <p:spPr bwMode="auto">
            <a:xfrm>
              <a:off x="1029657" y="3108751"/>
              <a:ext cx="391885" cy="3752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SQL Server Database Experts - Data Masterminds">
              <a:extLst>
                <a:ext uri="{FF2B5EF4-FFF2-40B4-BE49-F238E27FC236}">
                  <a16:creationId xmlns:a16="http://schemas.microsoft.com/office/drawing/2014/main" id="{DFA156FC-FF95-7815-2DBF-068EE0AD00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221"/>
            <a:stretch/>
          </p:blipFill>
          <p:spPr bwMode="auto">
            <a:xfrm>
              <a:off x="1425210" y="3197559"/>
              <a:ext cx="1386854" cy="186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itel 3">
            <a:extLst>
              <a:ext uri="{FF2B5EF4-FFF2-40B4-BE49-F238E27FC236}">
                <a16:creationId xmlns:a16="http://schemas.microsoft.com/office/drawing/2014/main" id="{072D94B9-D7D9-C689-4BB6-529C1A96B68D}"/>
              </a:ext>
            </a:extLst>
          </p:cNvPr>
          <p:cNvSpPr txBox="1">
            <a:spLocks/>
          </p:cNvSpPr>
          <p:nvPr/>
        </p:nvSpPr>
        <p:spPr>
          <a:xfrm>
            <a:off x="1072319" y="2531239"/>
            <a:ext cx="3783227" cy="62607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9AAC4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>
                <a:solidFill>
                  <a:schemeClr val="tx1"/>
                </a:solidFill>
              </a:rPr>
              <a:t>What do I do?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539C3D-77C0-F0B1-4473-AFDBDF5CDC5A}"/>
              </a:ext>
            </a:extLst>
          </p:cNvPr>
          <p:cNvSpPr txBox="1"/>
          <p:nvPr/>
        </p:nvSpPr>
        <p:spPr>
          <a:xfrm>
            <a:off x="1149233" y="3738763"/>
            <a:ext cx="4157058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/>
              <a:t>Database Administration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/>
              <a:t>Automation</a:t>
            </a:r>
            <a:endParaRPr lang="pt-PT" sz="2133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19685E-16E3-9F20-2490-D2BE68AC60D4}"/>
              </a:ext>
            </a:extLst>
          </p:cNvPr>
          <p:cNvSpPr txBox="1"/>
          <p:nvPr/>
        </p:nvSpPr>
        <p:spPr>
          <a:xfrm>
            <a:off x="1149233" y="4430789"/>
            <a:ext cx="4420294" cy="12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/>
              <a:t>Open-Source Contributor</a:t>
            </a:r>
          </a:p>
          <a:p>
            <a:pPr marL="380990" lvl="1" indent="-380990">
              <a:buFont typeface="Arial" panose="020B0604020202020204" pitchFamily="34" charset="0"/>
              <a:buChar char="•"/>
            </a:pPr>
            <a:r>
              <a:rPr lang="en-US" sz="2133" err="1"/>
              <a:t>dbatools</a:t>
            </a:r>
            <a:endParaRPr lang="en-US" sz="2133"/>
          </a:p>
          <a:p>
            <a:pPr marL="380990" lvl="1" indent="-380990">
              <a:buFont typeface="Arial" panose="020B0604020202020204" pitchFamily="34" charset="0"/>
              <a:buChar char="•"/>
            </a:pPr>
            <a:r>
              <a:rPr lang="en-US" sz="2133" err="1"/>
              <a:t>dbachecks</a:t>
            </a:r>
            <a:endParaRPr lang="en-US" sz="2133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996DA6-AD71-84AB-F133-C7DA57B75944}"/>
              </a:ext>
            </a:extLst>
          </p:cNvPr>
          <p:cNvGrpSpPr/>
          <p:nvPr/>
        </p:nvGrpSpPr>
        <p:grpSpPr>
          <a:xfrm>
            <a:off x="8099097" y="5531658"/>
            <a:ext cx="2047391" cy="379656"/>
            <a:chOff x="4170859" y="4280567"/>
            <a:chExt cx="1535545" cy="284742"/>
          </a:xfrm>
        </p:grpSpPr>
        <p:sp>
          <p:nvSpPr>
            <p:cNvPr id="18" name="Rounded Rectangle 94">
              <a:extLst>
                <a:ext uri="{FF2B5EF4-FFF2-40B4-BE49-F238E27FC236}">
                  <a16:creationId xmlns:a16="http://schemas.microsoft.com/office/drawing/2014/main" id="{2A8361AC-9353-7F29-C683-9C15ED3D90BC}"/>
                </a:ext>
              </a:extLst>
            </p:cNvPr>
            <p:cNvSpPr/>
            <p:nvPr/>
          </p:nvSpPr>
          <p:spPr>
            <a:xfrm>
              <a:off x="4170859" y="4307355"/>
              <a:ext cx="229600" cy="229600"/>
            </a:xfrm>
            <a:prstGeom prst="roundRect">
              <a:avLst/>
            </a:prstGeom>
            <a:noFill/>
            <a:ln w="190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en-US" sz="2400" kern="0">
                <a:latin typeface="Calibri" panose="020F0502020204030204"/>
              </a:endParaRPr>
            </a:p>
          </p:txBody>
        </p:sp>
        <p:sp>
          <p:nvSpPr>
            <p:cNvPr id="19" name="Oval 315">
              <a:extLst>
                <a:ext uri="{FF2B5EF4-FFF2-40B4-BE49-F238E27FC236}">
                  <a16:creationId xmlns:a16="http://schemas.microsoft.com/office/drawing/2014/main" id="{5918A4DB-5A63-E83D-388E-0F58BABC2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815" y="4365843"/>
              <a:ext cx="24730" cy="24440"/>
            </a:xfrm>
            <a:prstGeom prst="ellipse">
              <a:avLst/>
            </a:pr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Open Sans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9pPr>
            </a:lstStyle>
            <a:p>
              <a:pPr defTabSz="1219170">
                <a:defRPr/>
              </a:pPr>
              <a:endParaRPr lang="en-AU" altLang="x-none" sz="2400" kern="0"/>
            </a:p>
          </p:txBody>
        </p:sp>
        <p:sp>
          <p:nvSpPr>
            <p:cNvPr id="20" name="Rectangle 316">
              <a:extLst>
                <a:ext uri="{FF2B5EF4-FFF2-40B4-BE49-F238E27FC236}">
                  <a16:creationId xmlns:a16="http://schemas.microsoft.com/office/drawing/2014/main" id="{0FE67E91-04B9-DF40-28ED-EC410A9F9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717" y="4399830"/>
              <a:ext cx="20925" cy="67593"/>
            </a:xfrm>
            <a:prstGeom prst="rect">
              <a:avLst/>
            </a:pr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Open Sans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9pPr>
            </a:lstStyle>
            <a:p>
              <a:pPr defTabSz="1219170">
                <a:defRPr/>
              </a:pPr>
              <a:endParaRPr lang="en-AU" altLang="x-none" sz="2400" kern="0"/>
            </a:p>
          </p:txBody>
        </p:sp>
        <p:sp>
          <p:nvSpPr>
            <p:cNvPr id="21" name="Freeform 317">
              <a:extLst>
                <a:ext uri="{FF2B5EF4-FFF2-40B4-BE49-F238E27FC236}">
                  <a16:creationId xmlns:a16="http://schemas.microsoft.com/office/drawing/2014/main" id="{262FD9F1-9AAC-13EE-1E96-1FF70496E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611" y="4397921"/>
              <a:ext cx="65439" cy="69502"/>
            </a:xfrm>
            <a:custGeom>
              <a:avLst/>
              <a:gdLst>
                <a:gd name="T0" fmla="*/ 232890753 w 196"/>
                <a:gd name="T1" fmla="*/ 0 h 207"/>
                <a:gd name="T2" fmla="*/ 118386679 w 196"/>
                <a:gd name="T3" fmla="*/ 62342199 h 207"/>
                <a:gd name="T4" fmla="*/ 116446073 w 196"/>
                <a:gd name="T5" fmla="*/ 62342199 h 207"/>
                <a:gd name="T6" fmla="*/ 116446073 w 196"/>
                <a:gd name="T7" fmla="*/ 9741099 h 207"/>
                <a:gd name="T8" fmla="*/ 0 w 196"/>
                <a:gd name="T9" fmla="*/ 9741099 h 207"/>
                <a:gd name="T10" fmla="*/ 0 w 196"/>
                <a:gd name="T11" fmla="*/ 403273699 h 207"/>
                <a:gd name="T12" fmla="*/ 122267889 w 196"/>
                <a:gd name="T13" fmla="*/ 403273699 h 207"/>
                <a:gd name="T14" fmla="*/ 122267889 w 196"/>
                <a:gd name="T15" fmla="*/ 208455898 h 207"/>
                <a:gd name="T16" fmla="*/ 194075860 w 196"/>
                <a:gd name="T17" fmla="*/ 107150698 h 207"/>
                <a:gd name="T18" fmla="*/ 258121409 w 196"/>
                <a:gd name="T19" fmla="*/ 212351500 h 207"/>
                <a:gd name="T20" fmla="*/ 258121409 w 196"/>
                <a:gd name="T21" fmla="*/ 403273699 h 207"/>
                <a:gd name="T22" fmla="*/ 380389298 w 196"/>
                <a:gd name="T23" fmla="*/ 403273699 h 207"/>
                <a:gd name="T24" fmla="*/ 380389298 w 196"/>
                <a:gd name="T25" fmla="*/ 187025200 h 207"/>
                <a:gd name="T26" fmla="*/ 232890753 w 196"/>
                <a:gd name="T27" fmla="*/ 0 h 2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6" h="207">
                  <a:moveTo>
                    <a:pt x="120" y="0"/>
                  </a:moveTo>
                  <a:cubicBezTo>
                    <a:pt x="90" y="0"/>
                    <a:pt x="69" y="16"/>
                    <a:pt x="61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63" y="207"/>
                    <a:pt x="63" y="207"/>
                    <a:pt x="63" y="207"/>
                  </a:cubicBezTo>
                  <a:cubicBezTo>
                    <a:pt x="63" y="107"/>
                    <a:pt x="63" y="107"/>
                    <a:pt x="63" y="107"/>
                  </a:cubicBezTo>
                  <a:cubicBezTo>
                    <a:pt x="63" y="81"/>
                    <a:pt x="68" y="55"/>
                    <a:pt x="100" y="55"/>
                  </a:cubicBezTo>
                  <a:cubicBezTo>
                    <a:pt x="133" y="55"/>
                    <a:pt x="133" y="85"/>
                    <a:pt x="133" y="109"/>
                  </a:cubicBezTo>
                  <a:cubicBezTo>
                    <a:pt x="133" y="207"/>
                    <a:pt x="133" y="207"/>
                    <a:pt x="133" y="207"/>
                  </a:cubicBezTo>
                  <a:cubicBezTo>
                    <a:pt x="196" y="207"/>
                    <a:pt x="196" y="207"/>
                    <a:pt x="196" y="207"/>
                  </a:cubicBezTo>
                  <a:cubicBezTo>
                    <a:pt x="196" y="96"/>
                    <a:pt x="196" y="96"/>
                    <a:pt x="196" y="96"/>
                  </a:cubicBezTo>
                  <a:cubicBezTo>
                    <a:pt x="196" y="42"/>
                    <a:pt x="184" y="0"/>
                    <a:pt x="120" y="0"/>
                  </a:cubicBezTo>
                  <a:close/>
                </a:path>
              </a:pathLst>
            </a:cu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>
                <a:defRPr/>
              </a:pPr>
              <a:endParaRPr lang="en-US" sz="2400" kern="0">
                <a:latin typeface="Calibri" panose="020F050202020403020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27DE7E5-5053-E234-5E85-121298530A17}"/>
                </a:ext>
              </a:extLst>
            </p:cNvPr>
            <p:cNvSpPr txBox="1"/>
            <p:nvPr/>
          </p:nvSpPr>
          <p:spPr>
            <a:xfrm>
              <a:off x="4392534" y="4280567"/>
              <a:ext cx="1313870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7" kern="0" err="1">
                  <a:latin typeface="Calibri" panose="020F0502020204030204"/>
                </a:rPr>
                <a:t>jpomfret</a:t>
              </a:r>
              <a:endParaRPr lang="pt-PT" sz="24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6821C6-969D-F66E-5F88-BC7473843F11}"/>
              </a:ext>
            </a:extLst>
          </p:cNvPr>
          <p:cNvGrpSpPr/>
          <p:nvPr/>
        </p:nvGrpSpPr>
        <p:grpSpPr>
          <a:xfrm>
            <a:off x="8099098" y="5948521"/>
            <a:ext cx="2269065" cy="379655"/>
            <a:chOff x="4165600" y="4833475"/>
            <a:chExt cx="1701799" cy="284742"/>
          </a:xfrm>
        </p:grpSpPr>
        <p:pic>
          <p:nvPicPr>
            <p:cNvPr id="24" name="Picture 3" descr="Resultado de imagem para web icon">
              <a:extLst>
                <a:ext uri="{FF2B5EF4-FFF2-40B4-BE49-F238E27FC236}">
                  <a16:creationId xmlns:a16="http://schemas.microsoft.com/office/drawing/2014/main" id="{489FF292-4834-AFB0-3FB5-D50A783C0D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5600" y="4862674"/>
              <a:ext cx="240117" cy="240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59318F-C583-F977-0A8A-DC17A7359FBF}"/>
                </a:ext>
              </a:extLst>
            </p:cNvPr>
            <p:cNvSpPr txBox="1"/>
            <p:nvPr/>
          </p:nvSpPr>
          <p:spPr>
            <a:xfrm>
              <a:off x="4392532" y="4833475"/>
              <a:ext cx="147486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7" kern="0">
                  <a:latin typeface="Calibri" panose="020F0502020204030204"/>
                </a:rPr>
                <a:t>jesspomfret.com</a:t>
              </a:r>
              <a:endParaRPr lang="pt-PT" sz="24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C7C41FF-94F2-4945-E608-45285AF605C1}"/>
              </a:ext>
            </a:extLst>
          </p:cNvPr>
          <p:cNvGrpSpPr/>
          <p:nvPr/>
        </p:nvGrpSpPr>
        <p:grpSpPr>
          <a:xfrm>
            <a:off x="8099097" y="6331914"/>
            <a:ext cx="1983104" cy="379656"/>
            <a:chOff x="5361222" y="4557582"/>
            <a:chExt cx="1487328" cy="284742"/>
          </a:xfrm>
        </p:grpSpPr>
        <p:pic>
          <p:nvPicPr>
            <p:cNvPr id="27" name="Picture 4" descr="Circle, github, gray icon">
              <a:extLst>
                <a:ext uri="{FF2B5EF4-FFF2-40B4-BE49-F238E27FC236}">
                  <a16:creationId xmlns:a16="http://schemas.microsoft.com/office/drawing/2014/main" id="{A85C40C6-D2E8-6F67-F478-3C3F34FBE3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1222" y="4588185"/>
              <a:ext cx="241200" cy="241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7C81F30-9526-226D-D048-5FA960501140}"/>
                </a:ext>
              </a:extLst>
            </p:cNvPr>
            <p:cNvSpPr txBox="1"/>
            <p:nvPr/>
          </p:nvSpPr>
          <p:spPr>
            <a:xfrm>
              <a:off x="5590376" y="4557582"/>
              <a:ext cx="1258174" cy="2847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67" kern="0">
                  <a:latin typeface="Calibri" panose="020F0502020204030204"/>
                </a:rPr>
                <a:t>jpomfret</a:t>
              </a:r>
              <a:endParaRPr lang="pt-PT" sz="2400"/>
            </a:p>
          </p:txBody>
        </p:sp>
      </p:grpSp>
      <p:pic>
        <p:nvPicPr>
          <p:cNvPr id="29" name="Picture 28" descr="A close up of a sign&#10;&#10;Description automatically generated">
            <a:extLst>
              <a:ext uri="{FF2B5EF4-FFF2-40B4-BE49-F238E27FC236}">
                <a16:creationId xmlns:a16="http://schemas.microsoft.com/office/drawing/2014/main" id="{7D2EF53E-F9CB-248B-DE64-E77271FBA2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496" y="3520609"/>
            <a:ext cx="1219203" cy="1930404"/>
          </a:xfrm>
          <a:prstGeom prst="rect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24A8AA29-B597-FAF2-59DE-AEF36722B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331" y="3520610"/>
            <a:ext cx="1539657" cy="193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7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3FB40-33B2-19AB-6FEC-BF1B8C0DE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3">
            <a:extLst>
              <a:ext uri="{FF2B5EF4-FFF2-40B4-BE49-F238E27FC236}">
                <a16:creationId xmlns:a16="http://schemas.microsoft.com/office/drawing/2014/main" id="{34777540-C0E8-648D-3F62-766C209C3528}"/>
              </a:ext>
            </a:extLst>
          </p:cNvPr>
          <p:cNvSpPr txBox="1">
            <a:spLocks/>
          </p:cNvSpPr>
          <p:nvPr/>
        </p:nvSpPr>
        <p:spPr>
          <a:xfrm>
            <a:off x="1062644" y="905452"/>
            <a:ext cx="979377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Cláudio Silva</a:t>
            </a:r>
            <a:endParaRPr lang="en-US"/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E07A68CD-1F83-5E0B-2C16-A975459DF8C6}"/>
              </a:ext>
            </a:extLst>
          </p:cNvPr>
          <p:cNvSpPr txBox="1">
            <a:spLocks/>
          </p:cNvSpPr>
          <p:nvPr/>
        </p:nvSpPr>
        <p:spPr>
          <a:xfrm>
            <a:off x="1062644" y="1815486"/>
            <a:ext cx="1915334" cy="315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/>
              <a:t>(He / </a:t>
            </a:r>
            <a:r>
              <a:rPr lang="de-DE" sz="2000" err="1"/>
              <a:t>Him</a:t>
            </a:r>
            <a:r>
              <a:rPr lang="de-DE" sz="2000"/>
              <a:t>)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07DED80-1181-9813-6BA6-2D8D58BDEC1C}"/>
              </a:ext>
            </a:extLst>
          </p:cNvPr>
          <p:cNvGrpSpPr/>
          <p:nvPr/>
        </p:nvGrpSpPr>
        <p:grpSpPr>
          <a:xfrm>
            <a:off x="1150686" y="3110567"/>
            <a:ext cx="2642057" cy="556171"/>
            <a:chOff x="1029657" y="3108751"/>
            <a:chExt cx="1782407" cy="375209"/>
          </a:xfrm>
        </p:grpSpPr>
        <p:pic>
          <p:nvPicPr>
            <p:cNvPr id="32" name="Picture 2" descr="SQL Server Database Experts - Data Masterminds">
              <a:extLst>
                <a:ext uri="{FF2B5EF4-FFF2-40B4-BE49-F238E27FC236}">
                  <a16:creationId xmlns:a16="http://schemas.microsoft.com/office/drawing/2014/main" id="{C6B0455D-1148-3F76-2134-0FA39942E2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23" t="-1" r="34120" b="38091"/>
            <a:stretch/>
          </p:blipFill>
          <p:spPr bwMode="auto">
            <a:xfrm>
              <a:off x="1029657" y="3108751"/>
              <a:ext cx="391885" cy="3752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SQL Server Database Experts - Data Masterminds">
              <a:extLst>
                <a:ext uri="{FF2B5EF4-FFF2-40B4-BE49-F238E27FC236}">
                  <a16:creationId xmlns:a16="http://schemas.microsoft.com/office/drawing/2014/main" id="{6E18C905-AD15-5A5F-299A-736DA06EC2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221"/>
            <a:stretch/>
          </p:blipFill>
          <p:spPr bwMode="auto">
            <a:xfrm>
              <a:off x="1425210" y="3197559"/>
              <a:ext cx="1386854" cy="186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Titel 3">
            <a:extLst>
              <a:ext uri="{FF2B5EF4-FFF2-40B4-BE49-F238E27FC236}">
                <a16:creationId xmlns:a16="http://schemas.microsoft.com/office/drawing/2014/main" id="{C7F8EE6F-8764-E84C-5B3A-8087A2DEEFB5}"/>
              </a:ext>
            </a:extLst>
          </p:cNvPr>
          <p:cNvSpPr txBox="1">
            <a:spLocks/>
          </p:cNvSpPr>
          <p:nvPr/>
        </p:nvSpPr>
        <p:spPr>
          <a:xfrm>
            <a:off x="1073772" y="2516027"/>
            <a:ext cx="3783227" cy="62607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9AAC4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>
                <a:solidFill>
                  <a:schemeClr val="tx1"/>
                </a:solidFill>
              </a:rPr>
              <a:t>What do I do?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24D8AF-4DBC-D31B-261B-790F536E1F54}"/>
              </a:ext>
            </a:extLst>
          </p:cNvPr>
          <p:cNvSpPr txBox="1"/>
          <p:nvPr/>
        </p:nvSpPr>
        <p:spPr>
          <a:xfrm>
            <a:off x="1150686" y="3723551"/>
            <a:ext cx="3933932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/>
              <a:t>Performance Tuning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/>
              <a:t>Automation</a:t>
            </a:r>
            <a:endParaRPr lang="pt-PT" sz="2133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6A7BCB-8CFC-13D9-F64B-9679530615AE}"/>
              </a:ext>
            </a:extLst>
          </p:cNvPr>
          <p:cNvSpPr txBox="1"/>
          <p:nvPr/>
        </p:nvSpPr>
        <p:spPr>
          <a:xfrm>
            <a:off x="1150686" y="4415577"/>
            <a:ext cx="3706313" cy="12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/>
              <a:t>Open-Source Contributor</a:t>
            </a:r>
          </a:p>
          <a:p>
            <a:pPr marL="380990" lvl="1" indent="-380990">
              <a:buFont typeface="Arial" panose="020B0604020202020204" pitchFamily="34" charset="0"/>
              <a:buChar char="•"/>
            </a:pPr>
            <a:r>
              <a:rPr lang="en-US" sz="2133" err="1"/>
              <a:t>dbatools</a:t>
            </a:r>
            <a:endParaRPr lang="en-US" sz="2133"/>
          </a:p>
          <a:p>
            <a:pPr marL="380990" lvl="1" indent="-380990">
              <a:buFont typeface="Arial" panose="020B0604020202020204" pitchFamily="34" charset="0"/>
              <a:buChar char="•"/>
            </a:pPr>
            <a:r>
              <a:rPr lang="en-US" sz="2133" err="1"/>
              <a:t>dbachecks</a:t>
            </a:r>
            <a:endParaRPr lang="en-US" sz="2133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11116D6-CCD2-3164-6E3E-06DB89C4D578}"/>
              </a:ext>
            </a:extLst>
          </p:cNvPr>
          <p:cNvGrpSpPr/>
          <p:nvPr/>
        </p:nvGrpSpPr>
        <p:grpSpPr>
          <a:xfrm>
            <a:off x="8054508" y="5557778"/>
            <a:ext cx="2047392" cy="379656"/>
            <a:chOff x="4170859" y="4280563"/>
            <a:chExt cx="1535544" cy="284742"/>
          </a:xfrm>
        </p:grpSpPr>
        <p:sp>
          <p:nvSpPr>
            <p:cNvPr id="38" name="Rounded Rectangle 94">
              <a:extLst>
                <a:ext uri="{FF2B5EF4-FFF2-40B4-BE49-F238E27FC236}">
                  <a16:creationId xmlns:a16="http://schemas.microsoft.com/office/drawing/2014/main" id="{50E3187F-3F4E-2C5D-599C-86E5592FFA73}"/>
                </a:ext>
              </a:extLst>
            </p:cNvPr>
            <p:cNvSpPr/>
            <p:nvPr/>
          </p:nvSpPr>
          <p:spPr>
            <a:xfrm>
              <a:off x="4170859" y="4307355"/>
              <a:ext cx="229600" cy="229600"/>
            </a:xfrm>
            <a:prstGeom prst="roundRect">
              <a:avLst/>
            </a:prstGeom>
            <a:noFill/>
            <a:ln w="190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en-US" sz="2400" kern="0">
                <a:latin typeface="Calibri" panose="020F0502020204030204"/>
              </a:endParaRPr>
            </a:p>
          </p:txBody>
        </p:sp>
        <p:sp>
          <p:nvSpPr>
            <p:cNvPr id="39" name="Oval 315">
              <a:extLst>
                <a:ext uri="{FF2B5EF4-FFF2-40B4-BE49-F238E27FC236}">
                  <a16:creationId xmlns:a16="http://schemas.microsoft.com/office/drawing/2014/main" id="{81F1E35C-660E-E5A4-997B-FE129B1CD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815" y="4365843"/>
              <a:ext cx="24730" cy="24440"/>
            </a:xfrm>
            <a:prstGeom prst="ellipse">
              <a:avLst/>
            </a:pr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Open Sans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9pPr>
            </a:lstStyle>
            <a:p>
              <a:pPr defTabSz="1219170">
                <a:defRPr/>
              </a:pPr>
              <a:endParaRPr lang="en-AU" altLang="x-none" sz="2400" kern="0"/>
            </a:p>
          </p:txBody>
        </p:sp>
        <p:sp>
          <p:nvSpPr>
            <p:cNvPr id="40" name="Rectangle 316">
              <a:extLst>
                <a:ext uri="{FF2B5EF4-FFF2-40B4-BE49-F238E27FC236}">
                  <a16:creationId xmlns:a16="http://schemas.microsoft.com/office/drawing/2014/main" id="{EFDD91EC-8E77-BB74-E341-B07734FCB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717" y="4399830"/>
              <a:ext cx="20925" cy="67593"/>
            </a:xfrm>
            <a:prstGeom prst="rect">
              <a:avLst/>
            </a:pr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Open Sans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9pPr>
            </a:lstStyle>
            <a:p>
              <a:pPr defTabSz="1219170">
                <a:defRPr/>
              </a:pPr>
              <a:endParaRPr lang="en-AU" altLang="x-none" sz="2400" kern="0"/>
            </a:p>
          </p:txBody>
        </p:sp>
        <p:sp>
          <p:nvSpPr>
            <p:cNvPr id="41" name="Freeform 317">
              <a:extLst>
                <a:ext uri="{FF2B5EF4-FFF2-40B4-BE49-F238E27FC236}">
                  <a16:creationId xmlns:a16="http://schemas.microsoft.com/office/drawing/2014/main" id="{B7AA9D6D-4655-60B9-5B70-EF4E95CED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611" y="4397921"/>
              <a:ext cx="65439" cy="69502"/>
            </a:xfrm>
            <a:custGeom>
              <a:avLst/>
              <a:gdLst>
                <a:gd name="T0" fmla="*/ 232890753 w 196"/>
                <a:gd name="T1" fmla="*/ 0 h 207"/>
                <a:gd name="T2" fmla="*/ 118386679 w 196"/>
                <a:gd name="T3" fmla="*/ 62342199 h 207"/>
                <a:gd name="T4" fmla="*/ 116446073 w 196"/>
                <a:gd name="T5" fmla="*/ 62342199 h 207"/>
                <a:gd name="T6" fmla="*/ 116446073 w 196"/>
                <a:gd name="T7" fmla="*/ 9741099 h 207"/>
                <a:gd name="T8" fmla="*/ 0 w 196"/>
                <a:gd name="T9" fmla="*/ 9741099 h 207"/>
                <a:gd name="T10" fmla="*/ 0 w 196"/>
                <a:gd name="T11" fmla="*/ 403273699 h 207"/>
                <a:gd name="T12" fmla="*/ 122267889 w 196"/>
                <a:gd name="T13" fmla="*/ 403273699 h 207"/>
                <a:gd name="T14" fmla="*/ 122267889 w 196"/>
                <a:gd name="T15" fmla="*/ 208455898 h 207"/>
                <a:gd name="T16" fmla="*/ 194075860 w 196"/>
                <a:gd name="T17" fmla="*/ 107150698 h 207"/>
                <a:gd name="T18" fmla="*/ 258121409 w 196"/>
                <a:gd name="T19" fmla="*/ 212351500 h 207"/>
                <a:gd name="T20" fmla="*/ 258121409 w 196"/>
                <a:gd name="T21" fmla="*/ 403273699 h 207"/>
                <a:gd name="T22" fmla="*/ 380389298 w 196"/>
                <a:gd name="T23" fmla="*/ 403273699 h 207"/>
                <a:gd name="T24" fmla="*/ 380389298 w 196"/>
                <a:gd name="T25" fmla="*/ 187025200 h 207"/>
                <a:gd name="T26" fmla="*/ 232890753 w 196"/>
                <a:gd name="T27" fmla="*/ 0 h 2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6" h="207">
                  <a:moveTo>
                    <a:pt x="120" y="0"/>
                  </a:moveTo>
                  <a:cubicBezTo>
                    <a:pt x="90" y="0"/>
                    <a:pt x="69" y="16"/>
                    <a:pt x="61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63" y="207"/>
                    <a:pt x="63" y="207"/>
                    <a:pt x="63" y="207"/>
                  </a:cubicBezTo>
                  <a:cubicBezTo>
                    <a:pt x="63" y="107"/>
                    <a:pt x="63" y="107"/>
                    <a:pt x="63" y="107"/>
                  </a:cubicBezTo>
                  <a:cubicBezTo>
                    <a:pt x="63" y="81"/>
                    <a:pt x="68" y="55"/>
                    <a:pt x="100" y="55"/>
                  </a:cubicBezTo>
                  <a:cubicBezTo>
                    <a:pt x="133" y="55"/>
                    <a:pt x="133" y="85"/>
                    <a:pt x="133" y="109"/>
                  </a:cubicBezTo>
                  <a:cubicBezTo>
                    <a:pt x="133" y="207"/>
                    <a:pt x="133" y="207"/>
                    <a:pt x="133" y="207"/>
                  </a:cubicBezTo>
                  <a:cubicBezTo>
                    <a:pt x="196" y="207"/>
                    <a:pt x="196" y="207"/>
                    <a:pt x="196" y="207"/>
                  </a:cubicBezTo>
                  <a:cubicBezTo>
                    <a:pt x="196" y="96"/>
                    <a:pt x="196" y="96"/>
                    <a:pt x="196" y="96"/>
                  </a:cubicBezTo>
                  <a:cubicBezTo>
                    <a:pt x="196" y="42"/>
                    <a:pt x="184" y="0"/>
                    <a:pt x="120" y="0"/>
                  </a:cubicBezTo>
                  <a:close/>
                </a:path>
              </a:pathLst>
            </a:cu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>
                <a:defRPr/>
              </a:pPr>
              <a:endParaRPr lang="en-US" sz="2400" kern="0">
                <a:latin typeface="Calibri" panose="020F0502020204030204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FC015C1-F46E-95A2-A645-903D1760884F}"/>
                </a:ext>
              </a:extLst>
            </p:cNvPr>
            <p:cNvSpPr txBox="1"/>
            <p:nvPr/>
          </p:nvSpPr>
          <p:spPr>
            <a:xfrm>
              <a:off x="4392533" y="4280563"/>
              <a:ext cx="1313870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7" kern="0" err="1">
                  <a:latin typeface="Calibri" panose="020F0502020204030204"/>
                </a:rPr>
                <a:t>claudioessilva</a:t>
              </a:r>
              <a:endParaRPr lang="pt-PT" sz="240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7641BAC-F4F8-8DAD-9A69-00BC155C11B1}"/>
              </a:ext>
            </a:extLst>
          </p:cNvPr>
          <p:cNvGrpSpPr/>
          <p:nvPr/>
        </p:nvGrpSpPr>
        <p:grpSpPr>
          <a:xfrm>
            <a:off x="8054508" y="5966181"/>
            <a:ext cx="2269065" cy="379655"/>
            <a:chOff x="4165600" y="4833475"/>
            <a:chExt cx="1701799" cy="284742"/>
          </a:xfrm>
        </p:grpSpPr>
        <p:pic>
          <p:nvPicPr>
            <p:cNvPr id="48" name="Picture 3" descr="Resultado de imagem para web icon">
              <a:extLst>
                <a:ext uri="{FF2B5EF4-FFF2-40B4-BE49-F238E27FC236}">
                  <a16:creationId xmlns:a16="http://schemas.microsoft.com/office/drawing/2014/main" id="{C73F6E76-4968-FD64-A9FA-7323D2B79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5600" y="4862674"/>
              <a:ext cx="240117" cy="240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B055685-01CA-0ABD-CCF8-C4AD4E2CE7C4}"/>
                </a:ext>
              </a:extLst>
            </p:cNvPr>
            <p:cNvSpPr txBox="1"/>
            <p:nvPr/>
          </p:nvSpPr>
          <p:spPr>
            <a:xfrm>
              <a:off x="4392532" y="4833475"/>
              <a:ext cx="147486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7" kern="0">
                  <a:latin typeface="Calibri" panose="020F0502020204030204"/>
                </a:rPr>
                <a:t>claudioessilva.eu</a:t>
              </a:r>
              <a:endParaRPr lang="pt-PT" sz="240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05E2391-40AA-99E4-CE5F-493F1E9287F5}"/>
              </a:ext>
            </a:extLst>
          </p:cNvPr>
          <p:cNvGrpSpPr/>
          <p:nvPr/>
        </p:nvGrpSpPr>
        <p:grpSpPr>
          <a:xfrm>
            <a:off x="8054508" y="6345837"/>
            <a:ext cx="1983104" cy="379656"/>
            <a:chOff x="5361222" y="4557582"/>
            <a:chExt cx="1487328" cy="284742"/>
          </a:xfrm>
        </p:grpSpPr>
        <p:pic>
          <p:nvPicPr>
            <p:cNvPr id="51" name="Picture 4" descr="Circle, github, gray icon">
              <a:extLst>
                <a:ext uri="{FF2B5EF4-FFF2-40B4-BE49-F238E27FC236}">
                  <a16:creationId xmlns:a16="http://schemas.microsoft.com/office/drawing/2014/main" id="{D205F54B-3FE6-282B-512E-F7847903C1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1222" y="4588185"/>
              <a:ext cx="241200" cy="241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322BA8-B79E-C3B1-EE30-5E26D62850ED}"/>
                </a:ext>
              </a:extLst>
            </p:cNvPr>
            <p:cNvSpPr txBox="1"/>
            <p:nvPr/>
          </p:nvSpPr>
          <p:spPr>
            <a:xfrm>
              <a:off x="5590376" y="4557582"/>
              <a:ext cx="1258174" cy="2847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67" kern="0" err="1">
                  <a:latin typeface="Calibri" panose="020F0502020204030204"/>
                </a:rPr>
                <a:t>claudioessilva</a:t>
              </a:r>
              <a:endParaRPr lang="pt-PT" sz="2400"/>
            </a:p>
          </p:txBody>
        </p:sp>
      </p:grpSp>
      <p:pic>
        <p:nvPicPr>
          <p:cNvPr id="53" name="Picture 52" descr="A close up of a sign&#10;&#10;Description automatically generated">
            <a:extLst>
              <a:ext uri="{FF2B5EF4-FFF2-40B4-BE49-F238E27FC236}">
                <a16:creationId xmlns:a16="http://schemas.microsoft.com/office/drawing/2014/main" id="{1742B55D-4405-9FCD-6DB3-6B5D474A43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496" y="3520609"/>
            <a:ext cx="1219203" cy="1930404"/>
          </a:xfrm>
          <a:prstGeom prst="rect">
            <a:avLst/>
          </a:prstGeom>
        </p:spPr>
      </p:pic>
      <p:pic>
        <p:nvPicPr>
          <p:cNvPr id="54" name="Picture 4">
            <a:extLst>
              <a:ext uri="{FF2B5EF4-FFF2-40B4-BE49-F238E27FC236}">
                <a16:creationId xmlns:a16="http://schemas.microsoft.com/office/drawing/2014/main" id="{6F850EBF-EA92-A621-806A-50BF7F1C3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331" y="3520610"/>
            <a:ext cx="1539657" cy="193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Placeholder 12">
            <a:extLst>
              <a:ext uri="{FF2B5EF4-FFF2-40B4-BE49-F238E27FC236}">
                <a16:creationId xmlns:a16="http://schemas.microsoft.com/office/drawing/2014/main" id="{9FF3E2E8-CED1-E227-B744-F61703E8D96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6588" y="751248"/>
            <a:ext cx="2117303" cy="211730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76371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B875-B94E-EA86-CCBB-B33E64A4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3">
            <a:extLst>
              <a:ext uri="{FF2B5EF4-FFF2-40B4-BE49-F238E27FC236}">
                <a16:creationId xmlns:a16="http://schemas.microsoft.com/office/drawing/2014/main" id="{79076E47-FFFA-7464-9481-0C7B8A218F30}"/>
              </a:ext>
            </a:extLst>
          </p:cNvPr>
          <p:cNvSpPr txBox="1">
            <a:spLocks/>
          </p:cNvSpPr>
          <p:nvPr/>
        </p:nvSpPr>
        <p:spPr>
          <a:xfrm>
            <a:off x="1062644" y="905452"/>
            <a:ext cx="979377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Jordan Sassi</a:t>
            </a:r>
            <a:endParaRPr lang="en-US"/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10C114DF-D8E7-D625-83BE-3B05ADFECCAE}"/>
              </a:ext>
            </a:extLst>
          </p:cNvPr>
          <p:cNvSpPr txBox="1">
            <a:spLocks/>
          </p:cNvSpPr>
          <p:nvPr/>
        </p:nvSpPr>
        <p:spPr>
          <a:xfrm>
            <a:off x="1062644" y="1815486"/>
            <a:ext cx="1915334" cy="315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/>
              <a:t>(</a:t>
            </a:r>
            <a:r>
              <a:rPr lang="de-DE" sz="2000" err="1"/>
              <a:t>She</a:t>
            </a:r>
            <a:r>
              <a:rPr lang="de-DE" sz="2000"/>
              <a:t> / Her)</a:t>
            </a:r>
          </a:p>
        </p:txBody>
      </p:sp>
      <p:sp>
        <p:nvSpPr>
          <p:cNvPr id="34" name="Titel 3">
            <a:extLst>
              <a:ext uri="{FF2B5EF4-FFF2-40B4-BE49-F238E27FC236}">
                <a16:creationId xmlns:a16="http://schemas.microsoft.com/office/drawing/2014/main" id="{71FB58C8-67D1-722E-4974-51720B289D64}"/>
              </a:ext>
            </a:extLst>
          </p:cNvPr>
          <p:cNvSpPr txBox="1">
            <a:spLocks/>
          </p:cNvSpPr>
          <p:nvPr/>
        </p:nvSpPr>
        <p:spPr>
          <a:xfrm>
            <a:off x="1073772" y="2516027"/>
            <a:ext cx="3783227" cy="62607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9AAC4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>
                <a:solidFill>
                  <a:schemeClr val="tx1"/>
                </a:solidFill>
              </a:rPr>
              <a:t>What do I do?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4A8B26-CC58-BD9B-6A45-D0FDEBF556B8}"/>
              </a:ext>
            </a:extLst>
          </p:cNvPr>
          <p:cNvGrpSpPr/>
          <p:nvPr/>
        </p:nvGrpSpPr>
        <p:grpSpPr>
          <a:xfrm>
            <a:off x="8054503" y="5557778"/>
            <a:ext cx="2047390" cy="379656"/>
            <a:chOff x="4170859" y="4280563"/>
            <a:chExt cx="1535544" cy="284742"/>
          </a:xfrm>
        </p:grpSpPr>
        <p:sp>
          <p:nvSpPr>
            <p:cNvPr id="38" name="Rounded Rectangle 94">
              <a:extLst>
                <a:ext uri="{FF2B5EF4-FFF2-40B4-BE49-F238E27FC236}">
                  <a16:creationId xmlns:a16="http://schemas.microsoft.com/office/drawing/2014/main" id="{5889BC5D-1E2B-DB40-9DDA-24D0B849B761}"/>
                </a:ext>
              </a:extLst>
            </p:cNvPr>
            <p:cNvSpPr/>
            <p:nvPr/>
          </p:nvSpPr>
          <p:spPr>
            <a:xfrm>
              <a:off x="4170859" y="4307355"/>
              <a:ext cx="229600" cy="229600"/>
            </a:xfrm>
            <a:prstGeom prst="roundRect">
              <a:avLst/>
            </a:prstGeom>
            <a:noFill/>
            <a:ln w="190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en-US" sz="2400" kern="0">
                <a:latin typeface="Calibri" panose="020F0502020204030204"/>
              </a:endParaRPr>
            </a:p>
          </p:txBody>
        </p:sp>
        <p:sp>
          <p:nvSpPr>
            <p:cNvPr id="39" name="Oval 315">
              <a:extLst>
                <a:ext uri="{FF2B5EF4-FFF2-40B4-BE49-F238E27FC236}">
                  <a16:creationId xmlns:a16="http://schemas.microsoft.com/office/drawing/2014/main" id="{9896448C-B788-9C05-E58E-B7296E594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815" y="4365843"/>
              <a:ext cx="24730" cy="24440"/>
            </a:xfrm>
            <a:prstGeom prst="ellipse">
              <a:avLst/>
            </a:pr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Open Sans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9pPr>
            </a:lstStyle>
            <a:p>
              <a:pPr defTabSz="1219170">
                <a:defRPr/>
              </a:pPr>
              <a:endParaRPr lang="en-AU" altLang="x-none" sz="2400" kern="0"/>
            </a:p>
          </p:txBody>
        </p:sp>
        <p:sp>
          <p:nvSpPr>
            <p:cNvPr id="40" name="Rectangle 316">
              <a:extLst>
                <a:ext uri="{FF2B5EF4-FFF2-40B4-BE49-F238E27FC236}">
                  <a16:creationId xmlns:a16="http://schemas.microsoft.com/office/drawing/2014/main" id="{AC7AA3D2-4BC0-0963-044D-56E8C4CEF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717" y="4399830"/>
              <a:ext cx="20925" cy="67593"/>
            </a:xfrm>
            <a:prstGeom prst="rect">
              <a:avLst/>
            </a:pr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Open Sans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9pPr>
            </a:lstStyle>
            <a:p>
              <a:pPr defTabSz="1219170">
                <a:defRPr/>
              </a:pPr>
              <a:endParaRPr lang="en-AU" altLang="x-none" sz="2400" kern="0"/>
            </a:p>
          </p:txBody>
        </p:sp>
        <p:sp>
          <p:nvSpPr>
            <p:cNvPr id="41" name="Freeform 317">
              <a:extLst>
                <a:ext uri="{FF2B5EF4-FFF2-40B4-BE49-F238E27FC236}">
                  <a16:creationId xmlns:a16="http://schemas.microsoft.com/office/drawing/2014/main" id="{744064DD-B988-33CC-1588-779805790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611" y="4397921"/>
              <a:ext cx="65439" cy="69502"/>
            </a:xfrm>
            <a:custGeom>
              <a:avLst/>
              <a:gdLst>
                <a:gd name="T0" fmla="*/ 232890753 w 196"/>
                <a:gd name="T1" fmla="*/ 0 h 207"/>
                <a:gd name="T2" fmla="*/ 118386679 w 196"/>
                <a:gd name="T3" fmla="*/ 62342199 h 207"/>
                <a:gd name="T4" fmla="*/ 116446073 w 196"/>
                <a:gd name="T5" fmla="*/ 62342199 h 207"/>
                <a:gd name="T6" fmla="*/ 116446073 w 196"/>
                <a:gd name="T7" fmla="*/ 9741099 h 207"/>
                <a:gd name="T8" fmla="*/ 0 w 196"/>
                <a:gd name="T9" fmla="*/ 9741099 h 207"/>
                <a:gd name="T10" fmla="*/ 0 w 196"/>
                <a:gd name="T11" fmla="*/ 403273699 h 207"/>
                <a:gd name="T12" fmla="*/ 122267889 w 196"/>
                <a:gd name="T13" fmla="*/ 403273699 h 207"/>
                <a:gd name="T14" fmla="*/ 122267889 w 196"/>
                <a:gd name="T15" fmla="*/ 208455898 h 207"/>
                <a:gd name="T16" fmla="*/ 194075860 w 196"/>
                <a:gd name="T17" fmla="*/ 107150698 h 207"/>
                <a:gd name="T18" fmla="*/ 258121409 w 196"/>
                <a:gd name="T19" fmla="*/ 212351500 h 207"/>
                <a:gd name="T20" fmla="*/ 258121409 w 196"/>
                <a:gd name="T21" fmla="*/ 403273699 h 207"/>
                <a:gd name="T22" fmla="*/ 380389298 w 196"/>
                <a:gd name="T23" fmla="*/ 403273699 h 207"/>
                <a:gd name="T24" fmla="*/ 380389298 w 196"/>
                <a:gd name="T25" fmla="*/ 187025200 h 207"/>
                <a:gd name="T26" fmla="*/ 232890753 w 196"/>
                <a:gd name="T27" fmla="*/ 0 h 2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6" h="207">
                  <a:moveTo>
                    <a:pt x="120" y="0"/>
                  </a:moveTo>
                  <a:cubicBezTo>
                    <a:pt x="90" y="0"/>
                    <a:pt x="69" y="16"/>
                    <a:pt x="61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63" y="207"/>
                    <a:pt x="63" y="207"/>
                    <a:pt x="63" y="207"/>
                  </a:cubicBezTo>
                  <a:cubicBezTo>
                    <a:pt x="63" y="107"/>
                    <a:pt x="63" y="107"/>
                    <a:pt x="63" y="107"/>
                  </a:cubicBezTo>
                  <a:cubicBezTo>
                    <a:pt x="63" y="81"/>
                    <a:pt x="68" y="55"/>
                    <a:pt x="100" y="55"/>
                  </a:cubicBezTo>
                  <a:cubicBezTo>
                    <a:pt x="133" y="55"/>
                    <a:pt x="133" y="85"/>
                    <a:pt x="133" y="109"/>
                  </a:cubicBezTo>
                  <a:cubicBezTo>
                    <a:pt x="133" y="207"/>
                    <a:pt x="133" y="207"/>
                    <a:pt x="133" y="207"/>
                  </a:cubicBezTo>
                  <a:cubicBezTo>
                    <a:pt x="196" y="207"/>
                    <a:pt x="196" y="207"/>
                    <a:pt x="196" y="207"/>
                  </a:cubicBezTo>
                  <a:cubicBezTo>
                    <a:pt x="196" y="96"/>
                    <a:pt x="196" y="96"/>
                    <a:pt x="196" y="96"/>
                  </a:cubicBezTo>
                  <a:cubicBezTo>
                    <a:pt x="196" y="42"/>
                    <a:pt x="184" y="0"/>
                    <a:pt x="120" y="0"/>
                  </a:cubicBezTo>
                  <a:close/>
                </a:path>
              </a:pathLst>
            </a:cu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>
                <a:defRPr/>
              </a:pPr>
              <a:endParaRPr lang="en-US" sz="2400" kern="0">
                <a:latin typeface="Calibri" panose="020F0502020204030204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EDFA12E-B121-9B4C-5331-60CB9FFCC857}"/>
                </a:ext>
              </a:extLst>
            </p:cNvPr>
            <p:cNvSpPr txBox="1"/>
            <p:nvPr/>
          </p:nvSpPr>
          <p:spPr>
            <a:xfrm>
              <a:off x="4392533" y="4280563"/>
              <a:ext cx="1313870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7" kern="0">
                  <a:latin typeface="Calibri" panose="020F0502020204030204"/>
                </a:rPr>
                <a:t>jordansassi</a:t>
              </a:r>
              <a:endParaRPr lang="pt-PT" sz="240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D89B1E6-2837-DBC0-07F3-5FCBB84BD309}"/>
              </a:ext>
            </a:extLst>
          </p:cNvPr>
          <p:cNvGrpSpPr/>
          <p:nvPr/>
        </p:nvGrpSpPr>
        <p:grpSpPr>
          <a:xfrm>
            <a:off x="8054508" y="5966187"/>
            <a:ext cx="2269065" cy="384722"/>
            <a:chOff x="4165600" y="4833475"/>
            <a:chExt cx="1701799" cy="288542"/>
          </a:xfrm>
        </p:grpSpPr>
        <p:pic>
          <p:nvPicPr>
            <p:cNvPr id="48" name="Picture 3" descr="Resultado de imagem para web icon">
              <a:extLst>
                <a:ext uri="{FF2B5EF4-FFF2-40B4-BE49-F238E27FC236}">
                  <a16:creationId xmlns:a16="http://schemas.microsoft.com/office/drawing/2014/main" id="{70951031-2541-0921-8070-132CF3D44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5600" y="4862674"/>
              <a:ext cx="240117" cy="240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6FFD2A1-C0F2-AD43-E850-3E09ACAAEB4A}"/>
                </a:ext>
              </a:extLst>
            </p:cNvPr>
            <p:cNvSpPr txBox="1"/>
            <p:nvPr/>
          </p:nvSpPr>
          <p:spPr>
            <a:xfrm>
              <a:off x="4392532" y="4833475"/>
              <a:ext cx="1474867" cy="28854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900" kern="0">
                  <a:solidFill>
                    <a:srgbClr val="000000"/>
                  </a:solidFill>
                  <a:latin typeface="Calibri" panose="020F0502020204030204"/>
                </a:rPr>
                <a:t>jordansassi.com</a:t>
              </a:r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45E4325-5BB6-9F63-C446-FE909582BC8F}"/>
              </a:ext>
            </a:extLst>
          </p:cNvPr>
          <p:cNvGrpSpPr/>
          <p:nvPr/>
        </p:nvGrpSpPr>
        <p:grpSpPr>
          <a:xfrm>
            <a:off x="8054508" y="6345837"/>
            <a:ext cx="1983104" cy="379656"/>
            <a:chOff x="5361222" y="4557582"/>
            <a:chExt cx="1487328" cy="284742"/>
          </a:xfrm>
        </p:grpSpPr>
        <p:pic>
          <p:nvPicPr>
            <p:cNvPr id="51" name="Picture 4" descr="Circle, github, gray icon">
              <a:extLst>
                <a:ext uri="{FF2B5EF4-FFF2-40B4-BE49-F238E27FC236}">
                  <a16:creationId xmlns:a16="http://schemas.microsoft.com/office/drawing/2014/main" id="{1818B70D-7F3C-B03B-B02B-4109975C00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1222" y="4588185"/>
              <a:ext cx="241200" cy="241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523DAB2-DBF0-A33E-8DBB-6FA175B141CB}"/>
                </a:ext>
              </a:extLst>
            </p:cNvPr>
            <p:cNvSpPr txBox="1"/>
            <p:nvPr/>
          </p:nvSpPr>
          <p:spPr>
            <a:xfrm>
              <a:off x="5590376" y="4557582"/>
              <a:ext cx="1258174" cy="2847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67" kern="0" err="1">
                  <a:latin typeface="Calibri" panose="020F0502020204030204"/>
                </a:rPr>
                <a:t>SassiJ</a:t>
              </a:r>
              <a:endParaRPr lang="pt-PT" sz="2400"/>
            </a:p>
          </p:txBody>
        </p:sp>
      </p:grpSp>
      <p:pic>
        <p:nvPicPr>
          <p:cNvPr id="55" name="Picture Placeholder 12">
            <a:extLst>
              <a:ext uri="{FF2B5EF4-FFF2-40B4-BE49-F238E27FC236}">
                <a16:creationId xmlns:a16="http://schemas.microsoft.com/office/drawing/2014/main" id="{B8F316A9-102D-4E9E-FFB1-5B02EC7BC1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6588" y="751248"/>
            <a:ext cx="2117303" cy="2117303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F9EA85-FE12-27C2-AF59-3CAE3C13BFCD}"/>
              </a:ext>
            </a:extLst>
          </p:cNvPr>
          <p:cNvSpPr txBox="1"/>
          <p:nvPr/>
        </p:nvSpPr>
        <p:spPr>
          <a:xfrm>
            <a:off x="1150686" y="3723551"/>
            <a:ext cx="3933932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80365" indent="-380365">
              <a:buFont typeface="Arial" panose="020B0604020202020204" pitchFamily="34" charset="0"/>
              <a:buChar char="•"/>
            </a:pPr>
            <a:r>
              <a:rPr lang="pt-PT" sz="2100" err="1"/>
              <a:t>Database</a:t>
            </a:r>
            <a:r>
              <a:rPr lang="pt-PT" sz="2100"/>
              <a:t> </a:t>
            </a:r>
            <a:r>
              <a:rPr lang="pt-PT" sz="2100" err="1"/>
              <a:t>Administration</a:t>
            </a: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pt-PT" sz="2100"/>
              <a:t>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A9736-3E29-A66E-75DD-6557704A962E}"/>
              </a:ext>
            </a:extLst>
          </p:cNvPr>
          <p:cNvSpPr txBox="1"/>
          <p:nvPr/>
        </p:nvSpPr>
        <p:spPr>
          <a:xfrm>
            <a:off x="1150686" y="4415577"/>
            <a:ext cx="3706313" cy="12411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/>
              <a:t>Open-Source Enthusiast</a:t>
            </a:r>
            <a:endParaRPr lang="en-US" sz="2133"/>
          </a:p>
          <a:p>
            <a:pPr marL="380365" lvl="1" indent="-380365">
              <a:buFont typeface="Arial" panose="020B0604020202020204" pitchFamily="34" charset="0"/>
              <a:buChar char="•"/>
            </a:pPr>
            <a:r>
              <a:rPr lang="en-US" sz="2133" err="1"/>
              <a:t>dbatools</a:t>
            </a:r>
            <a:endParaRPr lang="en-US" sz="2133"/>
          </a:p>
          <a:p>
            <a:pPr marL="380365" lvl="1" indent="-380365">
              <a:buFont typeface="Arial" panose="020B0604020202020204" pitchFamily="34" charset="0"/>
              <a:buChar char="•"/>
            </a:pPr>
            <a:r>
              <a:rPr lang="en-US" sz="2133" err="1"/>
              <a:t>dbachecks</a:t>
            </a:r>
            <a:endParaRPr lang="en-US" sz="2133"/>
          </a:p>
        </p:txBody>
      </p:sp>
      <p:pic>
        <p:nvPicPr>
          <p:cNvPr id="3" name="Graphic 2" descr="Boston Beer Company logo">
            <a:extLst>
              <a:ext uri="{FF2B5EF4-FFF2-40B4-BE49-F238E27FC236}">
                <a16:creationId xmlns:a16="http://schemas.microsoft.com/office/drawing/2014/main" id="{13F105A0-D49C-856F-AF3C-DE25993AAC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1555" y="3252787"/>
            <a:ext cx="2381250" cy="352425"/>
          </a:xfrm>
          <a:prstGeom prst="rect">
            <a:avLst/>
          </a:prstGeom>
        </p:spPr>
      </p:pic>
      <p:pic>
        <p:nvPicPr>
          <p:cNvPr id="4" name="Picture 3" descr="A logo for a computer server&#10;&#10;AI-generated content may be incorrect.">
            <a:extLst>
              <a:ext uri="{FF2B5EF4-FFF2-40B4-BE49-F238E27FC236}">
                <a16:creationId xmlns:a16="http://schemas.microsoft.com/office/drawing/2014/main" id="{505C9B0E-34A0-3C33-F296-825C2E7550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7974" y="3138565"/>
            <a:ext cx="2248526" cy="229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29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0ECE-8AA2-AA13-D14C-CA82CE4AD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3">
            <a:extLst>
              <a:ext uri="{FF2B5EF4-FFF2-40B4-BE49-F238E27FC236}">
                <a16:creationId xmlns:a16="http://schemas.microsoft.com/office/drawing/2014/main" id="{64BF88BE-EA24-B02D-35C7-388392BA9F85}"/>
              </a:ext>
            </a:extLst>
          </p:cNvPr>
          <p:cNvSpPr txBox="1">
            <a:spLocks/>
          </p:cNvSpPr>
          <p:nvPr/>
        </p:nvSpPr>
        <p:spPr>
          <a:xfrm>
            <a:off x="1062644" y="905452"/>
            <a:ext cx="979377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Rob Sewell</a:t>
            </a:r>
            <a:endParaRPr lang="en-US"/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171E69E2-4C2C-EB65-9145-460B18852BC2}"/>
              </a:ext>
            </a:extLst>
          </p:cNvPr>
          <p:cNvSpPr txBox="1">
            <a:spLocks/>
          </p:cNvSpPr>
          <p:nvPr/>
        </p:nvSpPr>
        <p:spPr>
          <a:xfrm>
            <a:off x="1062644" y="1815486"/>
            <a:ext cx="1915334" cy="315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/>
              <a:t>(He / </a:t>
            </a:r>
            <a:r>
              <a:rPr lang="de-DE" sz="2000" err="1"/>
              <a:t>Him</a:t>
            </a:r>
            <a:r>
              <a:rPr lang="de-DE" sz="2000"/>
              <a:t>)</a:t>
            </a:r>
          </a:p>
        </p:txBody>
      </p:sp>
      <p:sp>
        <p:nvSpPr>
          <p:cNvPr id="34" name="Titel 3">
            <a:extLst>
              <a:ext uri="{FF2B5EF4-FFF2-40B4-BE49-F238E27FC236}">
                <a16:creationId xmlns:a16="http://schemas.microsoft.com/office/drawing/2014/main" id="{544316F2-AB02-2B4A-C6EE-F73F3963AD51}"/>
              </a:ext>
            </a:extLst>
          </p:cNvPr>
          <p:cNvSpPr txBox="1">
            <a:spLocks/>
          </p:cNvSpPr>
          <p:nvPr/>
        </p:nvSpPr>
        <p:spPr>
          <a:xfrm>
            <a:off x="1073772" y="2516027"/>
            <a:ext cx="3783227" cy="62607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9AAC4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>
                <a:solidFill>
                  <a:schemeClr val="tx1"/>
                </a:solidFill>
              </a:rPr>
              <a:t>What do I do?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FDF410-A5A0-9F34-4D78-F990A55E026E}"/>
              </a:ext>
            </a:extLst>
          </p:cNvPr>
          <p:cNvSpPr txBox="1"/>
          <p:nvPr/>
        </p:nvSpPr>
        <p:spPr>
          <a:xfrm>
            <a:off x="1150686" y="3723551"/>
            <a:ext cx="3933932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/>
              <a:t>Sewells Consulting LTD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/>
              <a:t>Beard </a:t>
            </a:r>
            <a:r>
              <a:rPr lang="en-US" sz="2133" err="1"/>
              <a:t>Twizzler</a:t>
            </a:r>
            <a:endParaRPr lang="pt-PT" sz="2133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83BBEE-6968-18AA-66BE-F8E5A3161416}"/>
              </a:ext>
            </a:extLst>
          </p:cNvPr>
          <p:cNvSpPr txBox="1"/>
          <p:nvPr/>
        </p:nvSpPr>
        <p:spPr>
          <a:xfrm>
            <a:off x="1150686" y="4415577"/>
            <a:ext cx="3706313" cy="12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/>
              <a:t>Open-Source Contributor</a:t>
            </a:r>
          </a:p>
          <a:p>
            <a:pPr marL="380990" lvl="1" indent="-380990">
              <a:buFont typeface="Arial" panose="020B0604020202020204" pitchFamily="34" charset="0"/>
              <a:buChar char="•"/>
            </a:pPr>
            <a:r>
              <a:rPr lang="en-US" sz="2133" err="1"/>
              <a:t>dbatools</a:t>
            </a:r>
            <a:endParaRPr lang="en-US" sz="2133"/>
          </a:p>
          <a:p>
            <a:pPr marL="380990" lvl="1" indent="-380990">
              <a:buFont typeface="Arial" panose="020B0604020202020204" pitchFamily="34" charset="0"/>
              <a:buChar char="•"/>
            </a:pPr>
            <a:r>
              <a:rPr lang="en-US" sz="2133" err="1"/>
              <a:t>dbachecks</a:t>
            </a:r>
            <a:endParaRPr lang="en-US" sz="2133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1BC1E6C-8490-CBB4-082A-5A5A7DFF3EE5}"/>
              </a:ext>
            </a:extLst>
          </p:cNvPr>
          <p:cNvGrpSpPr/>
          <p:nvPr/>
        </p:nvGrpSpPr>
        <p:grpSpPr>
          <a:xfrm>
            <a:off x="8054508" y="5557778"/>
            <a:ext cx="2047392" cy="379656"/>
            <a:chOff x="4170859" y="4280563"/>
            <a:chExt cx="1535544" cy="284742"/>
          </a:xfrm>
        </p:grpSpPr>
        <p:sp>
          <p:nvSpPr>
            <p:cNvPr id="38" name="Rounded Rectangle 94">
              <a:extLst>
                <a:ext uri="{FF2B5EF4-FFF2-40B4-BE49-F238E27FC236}">
                  <a16:creationId xmlns:a16="http://schemas.microsoft.com/office/drawing/2014/main" id="{5C936B47-D073-C13C-682E-E08CD754C088}"/>
                </a:ext>
              </a:extLst>
            </p:cNvPr>
            <p:cNvSpPr/>
            <p:nvPr/>
          </p:nvSpPr>
          <p:spPr>
            <a:xfrm>
              <a:off x="4170859" y="4307355"/>
              <a:ext cx="229600" cy="229600"/>
            </a:xfrm>
            <a:prstGeom prst="roundRect">
              <a:avLst/>
            </a:prstGeom>
            <a:noFill/>
            <a:ln w="190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en-US" sz="2400" kern="0">
                <a:latin typeface="Calibri" panose="020F0502020204030204"/>
              </a:endParaRPr>
            </a:p>
          </p:txBody>
        </p:sp>
        <p:sp>
          <p:nvSpPr>
            <p:cNvPr id="39" name="Oval 315">
              <a:extLst>
                <a:ext uri="{FF2B5EF4-FFF2-40B4-BE49-F238E27FC236}">
                  <a16:creationId xmlns:a16="http://schemas.microsoft.com/office/drawing/2014/main" id="{3C69B069-5CA2-0AEE-3DEC-D8AA3E7F7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815" y="4365843"/>
              <a:ext cx="24730" cy="24440"/>
            </a:xfrm>
            <a:prstGeom prst="ellipse">
              <a:avLst/>
            </a:pr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Open Sans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9pPr>
            </a:lstStyle>
            <a:p>
              <a:pPr defTabSz="1219170">
                <a:defRPr/>
              </a:pPr>
              <a:endParaRPr lang="en-AU" altLang="x-none" sz="2400" kern="0"/>
            </a:p>
          </p:txBody>
        </p:sp>
        <p:sp>
          <p:nvSpPr>
            <p:cNvPr id="40" name="Rectangle 316">
              <a:extLst>
                <a:ext uri="{FF2B5EF4-FFF2-40B4-BE49-F238E27FC236}">
                  <a16:creationId xmlns:a16="http://schemas.microsoft.com/office/drawing/2014/main" id="{E09045EA-0501-3F35-BFDE-04C3FE612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717" y="4399830"/>
              <a:ext cx="20925" cy="67593"/>
            </a:xfrm>
            <a:prstGeom prst="rect">
              <a:avLst/>
            </a:pr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Open Sans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charset="0"/>
                </a:defRPr>
              </a:lvl9pPr>
            </a:lstStyle>
            <a:p>
              <a:pPr defTabSz="1219170">
                <a:defRPr/>
              </a:pPr>
              <a:endParaRPr lang="en-AU" altLang="x-none" sz="2400" kern="0"/>
            </a:p>
          </p:txBody>
        </p:sp>
        <p:sp>
          <p:nvSpPr>
            <p:cNvPr id="41" name="Freeform 317">
              <a:extLst>
                <a:ext uri="{FF2B5EF4-FFF2-40B4-BE49-F238E27FC236}">
                  <a16:creationId xmlns:a16="http://schemas.microsoft.com/office/drawing/2014/main" id="{C66DBDDE-E78F-96F4-5E30-7ED041392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4611" y="4397921"/>
              <a:ext cx="65439" cy="69502"/>
            </a:xfrm>
            <a:custGeom>
              <a:avLst/>
              <a:gdLst>
                <a:gd name="T0" fmla="*/ 232890753 w 196"/>
                <a:gd name="T1" fmla="*/ 0 h 207"/>
                <a:gd name="T2" fmla="*/ 118386679 w 196"/>
                <a:gd name="T3" fmla="*/ 62342199 h 207"/>
                <a:gd name="T4" fmla="*/ 116446073 w 196"/>
                <a:gd name="T5" fmla="*/ 62342199 h 207"/>
                <a:gd name="T6" fmla="*/ 116446073 w 196"/>
                <a:gd name="T7" fmla="*/ 9741099 h 207"/>
                <a:gd name="T8" fmla="*/ 0 w 196"/>
                <a:gd name="T9" fmla="*/ 9741099 h 207"/>
                <a:gd name="T10" fmla="*/ 0 w 196"/>
                <a:gd name="T11" fmla="*/ 403273699 h 207"/>
                <a:gd name="T12" fmla="*/ 122267889 w 196"/>
                <a:gd name="T13" fmla="*/ 403273699 h 207"/>
                <a:gd name="T14" fmla="*/ 122267889 w 196"/>
                <a:gd name="T15" fmla="*/ 208455898 h 207"/>
                <a:gd name="T16" fmla="*/ 194075860 w 196"/>
                <a:gd name="T17" fmla="*/ 107150698 h 207"/>
                <a:gd name="T18" fmla="*/ 258121409 w 196"/>
                <a:gd name="T19" fmla="*/ 212351500 h 207"/>
                <a:gd name="T20" fmla="*/ 258121409 w 196"/>
                <a:gd name="T21" fmla="*/ 403273699 h 207"/>
                <a:gd name="T22" fmla="*/ 380389298 w 196"/>
                <a:gd name="T23" fmla="*/ 403273699 h 207"/>
                <a:gd name="T24" fmla="*/ 380389298 w 196"/>
                <a:gd name="T25" fmla="*/ 187025200 h 207"/>
                <a:gd name="T26" fmla="*/ 232890753 w 196"/>
                <a:gd name="T27" fmla="*/ 0 h 2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6" h="207">
                  <a:moveTo>
                    <a:pt x="120" y="0"/>
                  </a:moveTo>
                  <a:cubicBezTo>
                    <a:pt x="90" y="0"/>
                    <a:pt x="69" y="16"/>
                    <a:pt x="61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63" y="207"/>
                    <a:pt x="63" y="207"/>
                    <a:pt x="63" y="207"/>
                  </a:cubicBezTo>
                  <a:cubicBezTo>
                    <a:pt x="63" y="107"/>
                    <a:pt x="63" y="107"/>
                    <a:pt x="63" y="107"/>
                  </a:cubicBezTo>
                  <a:cubicBezTo>
                    <a:pt x="63" y="81"/>
                    <a:pt x="68" y="55"/>
                    <a:pt x="100" y="55"/>
                  </a:cubicBezTo>
                  <a:cubicBezTo>
                    <a:pt x="133" y="55"/>
                    <a:pt x="133" y="85"/>
                    <a:pt x="133" y="109"/>
                  </a:cubicBezTo>
                  <a:cubicBezTo>
                    <a:pt x="133" y="207"/>
                    <a:pt x="133" y="207"/>
                    <a:pt x="133" y="207"/>
                  </a:cubicBezTo>
                  <a:cubicBezTo>
                    <a:pt x="196" y="207"/>
                    <a:pt x="196" y="207"/>
                    <a:pt x="196" y="207"/>
                  </a:cubicBezTo>
                  <a:cubicBezTo>
                    <a:pt x="196" y="96"/>
                    <a:pt x="196" y="96"/>
                    <a:pt x="196" y="96"/>
                  </a:cubicBezTo>
                  <a:cubicBezTo>
                    <a:pt x="196" y="42"/>
                    <a:pt x="184" y="0"/>
                    <a:pt x="120" y="0"/>
                  </a:cubicBezTo>
                  <a:close/>
                </a:path>
              </a:pathLst>
            </a:custGeom>
            <a:solidFill>
              <a:srgbClr val="E7E6E6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>
                <a:defRPr/>
              </a:pPr>
              <a:endParaRPr lang="en-US" sz="2400" kern="0">
                <a:latin typeface="Calibri" panose="020F0502020204030204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F467F22-76AC-99A3-FE6E-DE8498D387F2}"/>
                </a:ext>
              </a:extLst>
            </p:cNvPr>
            <p:cNvSpPr txBox="1"/>
            <p:nvPr/>
          </p:nvSpPr>
          <p:spPr>
            <a:xfrm>
              <a:off x="4392533" y="4280563"/>
              <a:ext cx="1313870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7" kern="0">
                  <a:latin typeface="Calibri" panose="020F0502020204030204"/>
                </a:rPr>
                <a:t>robmsewell</a:t>
              </a:r>
              <a:endParaRPr lang="pt-PT" sz="240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76F2D83-7383-047C-CB12-0B293B01C3F6}"/>
              </a:ext>
            </a:extLst>
          </p:cNvPr>
          <p:cNvGrpSpPr/>
          <p:nvPr/>
        </p:nvGrpSpPr>
        <p:grpSpPr>
          <a:xfrm>
            <a:off x="8054508" y="5966181"/>
            <a:ext cx="2269065" cy="379655"/>
            <a:chOff x="4165600" y="4833475"/>
            <a:chExt cx="1701799" cy="284742"/>
          </a:xfrm>
        </p:grpSpPr>
        <p:pic>
          <p:nvPicPr>
            <p:cNvPr id="48" name="Picture 3" descr="Resultado de imagem para web icon">
              <a:extLst>
                <a:ext uri="{FF2B5EF4-FFF2-40B4-BE49-F238E27FC236}">
                  <a16:creationId xmlns:a16="http://schemas.microsoft.com/office/drawing/2014/main" id="{12C037F5-E4E5-E4FF-E93A-6BAAAFBAD3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5600" y="4862674"/>
              <a:ext cx="240117" cy="240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4B1A668-BE0A-900A-A9EC-675B8460AF42}"/>
                </a:ext>
              </a:extLst>
            </p:cNvPr>
            <p:cNvSpPr txBox="1"/>
            <p:nvPr/>
          </p:nvSpPr>
          <p:spPr>
            <a:xfrm>
              <a:off x="4392532" y="4833475"/>
              <a:ext cx="147486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67" kern="0">
                  <a:latin typeface="Calibri" panose="020F0502020204030204"/>
                </a:rPr>
                <a:t>Robsewell.com</a:t>
              </a:r>
              <a:endParaRPr lang="pt-PT" sz="240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F2A1F1D-C4E0-1C9D-469D-F994D1206C99}"/>
              </a:ext>
            </a:extLst>
          </p:cNvPr>
          <p:cNvGrpSpPr/>
          <p:nvPr/>
        </p:nvGrpSpPr>
        <p:grpSpPr>
          <a:xfrm>
            <a:off x="8054521" y="6352464"/>
            <a:ext cx="2463987" cy="379656"/>
            <a:chOff x="5361222" y="4562552"/>
            <a:chExt cx="1307946" cy="284742"/>
          </a:xfrm>
        </p:grpSpPr>
        <p:pic>
          <p:nvPicPr>
            <p:cNvPr id="51" name="Picture 4" descr="Circle, github, gray icon">
              <a:extLst>
                <a:ext uri="{FF2B5EF4-FFF2-40B4-BE49-F238E27FC236}">
                  <a16:creationId xmlns:a16="http://schemas.microsoft.com/office/drawing/2014/main" id="{ADC18CE7-D5B1-B548-338D-0E3CD2F321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1222" y="4563338"/>
              <a:ext cx="191958" cy="246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0579F2E-A486-3456-A1F5-641163FBE00D}"/>
                </a:ext>
              </a:extLst>
            </p:cNvPr>
            <p:cNvSpPr txBox="1"/>
            <p:nvPr/>
          </p:nvSpPr>
          <p:spPr>
            <a:xfrm>
              <a:off x="5530582" y="4562552"/>
              <a:ext cx="1138586" cy="2847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67" kern="0" err="1">
                  <a:latin typeface="Calibri" panose="020F0502020204030204"/>
                </a:rPr>
                <a:t>SQLDBAWithABeard</a:t>
              </a:r>
              <a:endParaRPr lang="pt-PT" sz="2400"/>
            </a:p>
          </p:txBody>
        </p:sp>
      </p:grpSp>
      <p:pic>
        <p:nvPicPr>
          <p:cNvPr id="53" name="Picture 52" descr="A close up of a sign&#10;&#10;Description automatically generated">
            <a:extLst>
              <a:ext uri="{FF2B5EF4-FFF2-40B4-BE49-F238E27FC236}">
                <a16:creationId xmlns:a16="http://schemas.microsoft.com/office/drawing/2014/main" id="{C58509DF-A14E-7813-31D9-71377D9348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496" y="3520609"/>
            <a:ext cx="1219203" cy="1930404"/>
          </a:xfrm>
          <a:prstGeom prst="rect">
            <a:avLst/>
          </a:prstGeom>
        </p:spPr>
      </p:pic>
      <p:pic>
        <p:nvPicPr>
          <p:cNvPr id="54" name="Picture 4">
            <a:extLst>
              <a:ext uri="{FF2B5EF4-FFF2-40B4-BE49-F238E27FC236}">
                <a16:creationId xmlns:a16="http://schemas.microsoft.com/office/drawing/2014/main" id="{7CC07155-C719-C2B0-A00F-0644AD065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331" y="3520610"/>
            <a:ext cx="1539657" cy="193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Placeholder 12">
            <a:extLst>
              <a:ext uri="{FF2B5EF4-FFF2-40B4-BE49-F238E27FC236}">
                <a16:creationId xmlns:a16="http://schemas.microsoft.com/office/drawing/2014/main" id="{0FDBC378-8E6A-3F3E-A6BB-082BB06963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6588" y="751248"/>
            <a:ext cx="2117303" cy="211730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18828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DF7BD-0E7A-D446-D3DF-86E3F4EA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1B8602-B5C4-5FB4-8681-5CB764C1C9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387652"/>
              </p:ext>
            </p:extLst>
          </p:nvPr>
        </p:nvGraphicFramePr>
        <p:xfrm>
          <a:off x="3644900" y="547126"/>
          <a:ext cx="7912786" cy="578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50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A845EFA-44F0-4881-A353-1AE2312D5F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15B1A6-85DD-44DC-864F-D487531083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678FAF6-0ADD-41B9-9002-EC656B3EE1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9243FE-2485-467F-8A42-2CDD1B3DB2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F9A791-38C2-407A-B337-F2FAD6BFC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4D31B6-8FF8-4AA6-8F35-813995F4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BA6773-8BF4-408F-81F3-9840A85AAA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FFD87D7-6D2D-4E88-A64C-216EEB5EC3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862F18-9188-46EF-9360-1EBC76C6E5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B69F3D-C143-4688-8FC9-663C1C647C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62B485A-03CD-4CA5-9001-E134AF7312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6D8E766-E17C-420F-9A5D-80333A6C3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A89E078-BF54-42B2-9384-5AB58F3C83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D0FDFE-7ACD-42B6-888D-D34171FDE9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26BD40-C0DB-40DD-914A-ED30498A83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E80E96-8972-30E2-E5AF-C1DB26DA7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6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3392E-AEA0-B575-6E5A-94DF1562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013872-8190-1390-319F-A220163A10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603504"/>
            <a:ext cx="5862396" cy="9151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Resources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7C445-6F85-F252-7720-1C3D2240AB19}"/>
              </a:ext>
            </a:extLst>
          </p:cNvPr>
          <p:cNvSpPr txBox="1"/>
          <p:nvPr/>
        </p:nvSpPr>
        <p:spPr>
          <a:xfrm>
            <a:off x="612647" y="1797212"/>
            <a:ext cx="8661981" cy="416578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62500" lnSpcReduction="20000"/>
          </a:bodyPr>
          <a:lstStyle/>
          <a:p>
            <a:pPr marL="3429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u="sng" err="1">
                <a:ea typeface="+mn-lt"/>
                <a:cs typeface="+mn-lt"/>
              </a:rPr>
              <a:t>dbatools</a:t>
            </a:r>
            <a:r>
              <a:rPr lang="en-US" u="sng">
                <a:ea typeface="+mn-lt"/>
                <a:cs typeface="+mn-lt"/>
              </a:rPr>
              <a:t>:</a:t>
            </a:r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website - </a:t>
            </a:r>
            <a:r>
              <a:rPr lang="en-US" u="sng">
                <a:hlinkClick r:id="rId3"/>
              </a:rPr>
              <a:t>https://dbatools.io</a:t>
            </a:r>
            <a:endParaRPr lang="en-US" u="sng"/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Docs - </a:t>
            </a:r>
            <a:r>
              <a:rPr lang="en-US" u="sng">
                <a:hlinkClick r:id="rId4"/>
              </a:rPr>
              <a:t>https://docs.dbatools.io</a:t>
            </a:r>
            <a:endParaRPr lang="en-US" u="sng"/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GitHub - </a:t>
            </a:r>
            <a:r>
              <a:rPr lang="en-US">
                <a:hlinkClick r:id="rId5"/>
              </a:rPr>
              <a:t>https://github.com/dataplat/dbatools</a:t>
            </a:r>
            <a:endParaRPr lang="en-US"/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Slack - </a:t>
            </a:r>
            <a:r>
              <a:rPr lang="en-US" u="sng">
                <a:hlinkClick r:id="rId6"/>
              </a:rPr>
              <a:t>https://dbatools.io/slack/ </a:t>
            </a:r>
            <a:r>
              <a:rPr lang="en-US"/>
              <a:t>- #dbatools channel</a:t>
            </a:r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Book - </a:t>
            </a:r>
            <a:r>
              <a:rPr lang="en-US" u="sng">
                <a:hlinkClick r:id="rId7"/>
              </a:rPr>
              <a:t>Learn dbatools in a Month of Lunches</a:t>
            </a:r>
          </a:p>
          <a:p>
            <a:pPr marL="3429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u="sng"/>
          </a:p>
          <a:p>
            <a:pPr marL="3429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u="sng"/>
              <a:t>Other:</a:t>
            </a:r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PowerShell Universal - </a:t>
            </a:r>
            <a:r>
              <a:rPr lang="en-US">
                <a:hlinkClick r:id="rId8"/>
              </a:rPr>
              <a:t>https://www.powershelluniversal.com/</a:t>
            </a:r>
            <a:endParaRPr lang="en-US"/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err="1"/>
              <a:t>MicrosoftFabricMgmt</a:t>
            </a:r>
            <a:r>
              <a:rPr lang="en-GB"/>
              <a:t> - </a:t>
            </a:r>
            <a:r>
              <a:rPr lang="en-US" u="sng">
                <a:hlinkClick r:id="rId9"/>
              </a:rPr>
              <a:t>https://www.powershellgallery.com/packages/MicrosoftFabricMgmt/1.0.3</a:t>
            </a:r>
            <a:endParaRPr lang="en-US" u="sng"/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u="sng"/>
          </a:p>
          <a:p>
            <a:pPr marL="34290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u="sng">
                <a:ea typeface="+mn-lt"/>
                <a:cs typeface="+mn-lt"/>
              </a:rPr>
              <a:t>Blogs:</a:t>
            </a:r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  <a:hlinkClick r:id="rId10"/>
              </a:rPr>
              <a:t>https://jesspomfret.com/</a:t>
            </a:r>
            <a:endParaRPr lang="en-US">
              <a:ea typeface="+mn-lt"/>
              <a:cs typeface="+mn-lt"/>
            </a:endParaRPr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  <a:hlinkClick r:id="rId11"/>
              </a:rPr>
              <a:t>https://claudioessilva.eu/</a:t>
            </a:r>
            <a:endParaRPr lang="en-US">
              <a:ea typeface="+mn-lt"/>
              <a:cs typeface="+mn-lt"/>
            </a:endParaRPr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  <a:hlinkClick r:id="rId12"/>
              </a:rPr>
              <a:t>https://blog.robsewell.com/</a:t>
            </a:r>
          </a:p>
          <a:p>
            <a:pPr marL="800100" lvl="1" indent="-228600">
              <a:lnSpc>
                <a:spcPct val="120000"/>
              </a:lnSpc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https://jordansassi.com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3" name="Picture 2" descr="PowerShell Hero Wallpaper 4k 2 by taurus-wiki on DeviantArt">
            <a:extLst>
              <a:ext uri="{FF2B5EF4-FFF2-40B4-BE49-F238E27FC236}">
                <a16:creationId xmlns:a16="http://schemas.microsoft.com/office/drawing/2014/main" id="{8D646FF5-8617-4C72-D6D0-8B314656A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90" t="7672" r="34754" b="8235"/>
          <a:stretch>
            <a:fillRect/>
          </a:stretch>
        </p:blipFill>
        <p:spPr bwMode="auto">
          <a:xfrm>
            <a:off x="8575041" y="1018118"/>
            <a:ext cx="3616960" cy="569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4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6F80-D46D-75E6-BB99-5B88B11C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5BF7-8770-FF12-A7BA-169EAD73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DBAVUG PowerShell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E9D5F-0177-933E-085F-B7F780C34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0898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/>
              <a:t>Sessions - </a:t>
            </a:r>
            <a:r>
              <a:rPr lang="en-GB">
                <a:hlinkClick r:id="rId3"/>
              </a:rPr>
              <a:t>github.com/</a:t>
            </a:r>
            <a:r>
              <a:rPr lang="en-GB" err="1">
                <a:hlinkClick r:id="rId3"/>
              </a:rPr>
              <a:t>JessAndRob</a:t>
            </a:r>
            <a:r>
              <a:rPr lang="en-GB">
                <a:hlinkClick r:id="rId3"/>
              </a:rPr>
              <a:t>/DBAVUG-PowerShell-Presentations</a:t>
            </a:r>
            <a:endParaRPr lang="en-GB" b="1"/>
          </a:p>
          <a:p>
            <a:pPr lvl="1"/>
            <a:r>
              <a:rPr lang="en-GB"/>
              <a:t>Oct 22nd - Introduction to PowerShell via </a:t>
            </a:r>
            <a:r>
              <a:rPr lang="en-GB" err="1"/>
              <a:t>dbatools</a:t>
            </a:r>
            <a:r>
              <a:rPr lang="en-GB"/>
              <a:t> - Jess &amp; Cláudio</a:t>
            </a:r>
          </a:p>
          <a:p>
            <a:pPr lvl="1"/>
            <a:r>
              <a:rPr lang="en-GB"/>
              <a:t>Nov 12th - Introduction to Pester - Rob</a:t>
            </a:r>
          </a:p>
          <a:p>
            <a:pPr lvl="1"/>
            <a:r>
              <a:rPr lang="en-GB"/>
              <a:t>Dec 10th - Introduction to </a:t>
            </a:r>
            <a:r>
              <a:rPr lang="en-GB" err="1"/>
              <a:t>dbachecks</a:t>
            </a:r>
            <a:r>
              <a:rPr lang="en-GB"/>
              <a:t> - Jordan</a:t>
            </a:r>
          </a:p>
          <a:p>
            <a:pPr lvl="1"/>
            <a:r>
              <a:rPr lang="en-GB"/>
              <a:t>Jan 28th - PowerShell Automation Magic 🪄 - dream team</a:t>
            </a:r>
          </a:p>
          <a:p>
            <a:pPr marL="0" indent="0">
              <a:buNone/>
            </a:pPr>
            <a:endParaRPr lang="en-GB">
              <a:hlinkClick r:id="rId4"/>
            </a:endParaRPr>
          </a:p>
          <a:p>
            <a:pPr marL="0" indent="0">
              <a:buNone/>
            </a:pPr>
            <a:r>
              <a:rPr lang="en-GB">
                <a:hlinkClick r:id="rId4"/>
              </a:rPr>
              <a:t>https://www.meetup.com/dbavug/</a:t>
            </a: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>
                <a:hlinkClick r:id="rId5"/>
              </a:rPr>
              <a:t>https://www.youtube.com/@dba-vug2674</a:t>
            </a: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F381B-1808-58E7-E958-19DE9EDB1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966" y="3671047"/>
            <a:ext cx="5596034" cy="318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7929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VanillaVTI</vt:lpstr>
      <vt:lpstr>PowerShell Dream Team</vt:lpstr>
      <vt:lpstr>DBAVUG PowerShell Presentations</vt:lpstr>
      <vt:lpstr>PowerPoint Presentation</vt:lpstr>
      <vt:lpstr>PowerPoint Presentation</vt:lpstr>
      <vt:lpstr>PowerPoint Presentation</vt:lpstr>
      <vt:lpstr>PowerPoint Presentation</vt:lpstr>
      <vt:lpstr>Agenda</vt:lpstr>
      <vt:lpstr>PowerPoint Presentation</vt:lpstr>
      <vt:lpstr>Resources</vt:lpstr>
      <vt:lpstr>DBAVUG PowerShell Presentations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 Pomfret</dc:creator>
  <cp:revision>1</cp:revision>
  <dcterms:created xsi:type="dcterms:W3CDTF">2025-10-13T14:24:54Z</dcterms:created>
  <dcterms:modified xsi:type="dcterms:W3CDTF">2026-01-28T20:56:10Z</dcterms:modified>
</cp:coreProperties>
</file>